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2" r:id="rId4"/>
  </p:sldMasterIdLst>
  <p:notesMasterIdLst>
    <p:notesMasterId r:id="rId12"/>
  </p:notesMasterIdLst>
  <p:handoutMasterIdLst>
    <p:handoutMasterId r:id="rId13"/>
  </p:handoutMasterIdLst>
  <p:sldIdLst>
    <p:sldId id="260" r:id="rId5"/>
    <p:sldId id="287" r:id="rId6"/>
    <p:sldId id="270" r:id="rId7"/>
    <p:sldId id="288" r:id="rId8"/>
    <p:sldId id="289" r:id="rId9"/>
    <p:sldId id="286" r:id="rId10"/>
    <p:sldId id="284" r:id="rId11"/>
  </p:sldIdLst>
  <p:sldSz cx="9144000" cy="5143500" type="screen16x9"/>
  <p:notesSz cx="6858000" cy="9144000"/>
  <p:custDataLst>
    <p:tags r:id="rId14"/>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026" userDrawn="1">
          <p15:clr>
            <a:srgbClr val="A4A3A4"/>
          </p15:clr>
        </p15:guide>
        <p15:guide id="5" orient="horz" pos="1008" userDrawn="1">
          <p15:clr>
            <a:srgbClr val="A4A3A4"/>
          </p15:clr>
        </p15:guide>
        <p15:guide id="7" pos="4921" userDrawn="1">
          <p15:clr>
            <a:srgbClr val="A4A3A4"/>
          </p15:clr>
        </p15:guide>
        <p15:guide id="8" pos="3266" userDrawn="1">
          <p15:clr>
            <a:srgbClr val="A4A3A4"/>
          </p15:clr>
        </p15:guide>
        <p15:guide id="10" orient="horz" pos="1325" userDrawn="1">
          <p15:clr>
            <a:srgbClr val="A4A3A4"/>
          </p15:clr>
        </p15:guide>
        <p15:guide id="14" orient="horz" pos="849" userDrawn="1">
          <p15:clr>
            <a:srgbClr val="A4A3A4"/>
          </p15:clr>
        </p15:guide>
        <p15:guide id="16" orient="horz" pos="2618" userDrawn="1">
          <p15:clr>
            <a:srgbClr val="A4A3A4"/>
          </p15:clr>
        </p15:guide>
        <p15:guide id="17" orient="horz" pos="2867" userDrawn="1">
          <p15:clr>
            <a:srgbClr val="A4A3A4"/>
          </p15:clr>
        </p15:guide>
        <p15:guide id="18" pos="226" userDrawn="1">
          <p15:clr>
            <a:srgbClr val="A4A3A4"/>
          </p15:clr>
        </p15:guide>
        <p15:guide id="19" pos="4377" userDrawn="1">
          <p15:clr>
            <a:srgbClr val="A4A3A4"/>
          </p15:clr>
        </p15:guide>
        <p15:guide id="20" orient="horz" pos="1166" userDrawn="1">
          <p15:clr>
            <a:srgbClr val="A4A3A4"/>
          </p15:clr>
        </p15:guide>
        <p15:guide id="21" orient="horz" pos="3240" userDrawn="1">
          <p15:clr>
            <a:srgbClr val="A4A3A4"/>
          </p15:clr>
        </p15:guide>
        <p15:guide id="22" pos="2767" userDrawn="1">
          <p15:clr>
            <a:srgbClr val="A4A3A4"/>
          </p15:clr>
        </p15:guide>
        <p15:guide id="23" pos="381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A7DD8A5-A728-9C7C-F9A6-F26C08135F17}" name="Macdonald, Lucy J" initials="MLJ" userId="S::ade372@abdn.ac.uk::f488a842-baa6-445c-8bd4-613a5949b1d7" providerId="AD"/>
  <p188:author id="{7CAF7BF6-7A11-9674-ED67-4A4149AD6C3E}" name="Law, Karen" initials="LK" userId="S::lls032@abdn.ac.uk::4db01025-f5d7-4169-8d29-d41e4834ac6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F8F8"/>
    <a:srgbClr val="00CCCF"/>
    <a:srgbClr val="00374E"/>
    <a:srgbClr val="FBCB3B"/>
    <a:srgbClr val="75E0AA"/>
    <a:srgbClr val="14273D"/>
    <a:srgbClr val="0E434B"/>
    <a:srgbClr val="2E3547"/>
    <a:srgbClr val="593341"/>
    <a:srgbClr val="92303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991FCCE-4780-403A-8F89-5857712DB769}" v="8" dt="2026-08-27T12:50:00.719"/>
    <p1510:client id="{D47399AF-E79B-1670-E4B2-D3841FE4B29B}" v="2" dt="2026-08-27T09:53:53.712"/>
    <p1510:client id="{F2078346-10DE-A9CF-0467-FAD6FE3C1E01}" v="4" dt="2026-08-27T10:47:40.05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852" autoAdjust="0"/>
  </p:normalViewPr>
  <p:slideViewPr>
    <p:cSldViewPr snapToGrid="0">
      <p:cViewPr varScale="1">
        <p:scale>
          <a:sx n="138" d="100"/>
          <a:sy n="138" d="100"/>
        </p:scale>
        <p:origin x="210" y="120"/>
      </p:cViewPr>
      <p:guideLst>
        <p:guide orient="horz" pos="3026"/>
        <p:guide orient="horz" pos="1008"/>
        <p:guide pos="4921"/>
        <p:guide pos="3266"/>
        <p:guide orient="horz" pos="1325"/>
        <p:guide orient="horz" pos="849"/>
        <p:guide orient="horz" pos="2618"/>
        <p:guide orient="horz" pos="2867"/>
        <p:guide pos="226"/>
        <p:guide pos="4377"/>
        <p:guide orient="horz" pos="1166"/>
        <p:guide orient="horz" pos="3240"/>
        <p:guide pos="2767"/>
        <p:guide pos="3810"/>
      </p:guideLst>
    </p:cSldViewPr>
  </p:slideViewPr>
  <p:outlineViewPr>
    <p:cViewPr>
      <p:scale>
        <a:sx n="33" d="100"/>
        <a:sy n="33" d="100"/>
      </p:scale>
      <p:origin x="0" y="-5064"/>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120" d="100"/>
          <a:sy n="120" d="100"/>
        </p:scale>
        <p:origin x="4980" y="5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18" Type="http://schemas.openxmlformats.org/officeDocument/2006/relationships/tableStyles" Target="tableStyles.xml"/><Relationship Id="rId3" Type="http://schemas.openxmlformats.org/officeDocument/2006/relationships/customXml" Target="../customXml/item3.xml"/><Relationship Id="rId21" Type="http://schemas.microsoft.com/office/2018/10/relationships/authors" Target="authors.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ags" Target="tags/tag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oukkari, Maija" userId="S::s04mk8@abdn.ac.uk::0df9a458-c841-4820-889a-841847010dcc" providerId="AD" clId="Web-{D47399AF-E79B-1670-E4B2-D3841FE4B29B}"/>
    <pc:docChg chg="modSld">
      <pc:chgData name="Koukkari, Maija" userId="S::s04mk8@abdn.ac.uk::0df9a458-c841-4820-889a-841847010dcc" providerId="AD" clId="Web-{D47399AF-E79B-1670-E4B2-D3841FE4B29B}" dt="2026-08-27T09:53:53.712" v="1" actId="20577"/>
      <pc:docMkLst>
        <pc:docMk/>
      </pc:docMkLst>
      <pc:sldChg chg="modSp">
        <pc:chgData name="Koukkari, Maija" userId="S::s04mk8@abdn.ac.uk::0df9a458-c841-4820-889a-841847010dcc" providerId="AD" clId="Web-{D47399AF-E79B-1670-E4B2-D3841FE4B29B}" dt="2026-08-27T09:53:53.712" v="1" actId="20577"/>
        <pc:sldMkLst>
          <pc:docMk/>
          <pc:sldMk cId="2087669290" sldId="270"/>
        </pc:sldMkLst>
        <pc:spChg chg="mod">
          <ac:chgData name="Koukkari, Maija" userId="S::s04mk8@abdn.ac.uk::0df9a458-c841-4820-889a-841847010dcc" providerId="AD" clId="Web-{D47399AF-E79B-1670-E4B2-D3841FE4B29B}" dt="2026-08-27T09:53:53.712" v="1" actId="20577"/>
          <ac:spMkLst>
            <pc:docMk/>
            <pc:sldMk cId="2087669290" sldId="270"/>
            <ac:spMk id="3" creationId="{76433A0C-B60C-9713-8130-5E66D9DDE7BD}"/>
          </ac:spMkLst>
        </pc:spChg>
      </pc:sldChg>
    </pc:docChg>
  </pc:docChgLst>
  <pc:docChgLst>
    <pc:chgData name="Richard, Dr Morgiane C" userId="b7f0f3e8-bbd7-4b72-817a-fcc3bbc6a5fd" providerId="ADAL" clId="{F204D117-7105-492C-9EE0-9B3543D1DBE6}"/>
    <pc:docChg chg="custSel addSld delSld modSld">
      <pc:chgData name="Richard, Dr Morgiane C" userId="b7f0f3e8-bbd7-4b72-817a-fcc3bbc6a5fd" providerId="ADAL" clId="{F204D117-7105-492C-9EE0-9B3543D1DBE6}" dt="2026-08-27T12:58:01.602" v="3382" actId="962"/>
      <pc:docMkLst>
        <pc:docMk/>
      </pc:docMkLst>
      <pc:sldChg chg="modSp mod modClrScheme chgLayout">
        <pc:chgData name="Richard, Dr Morgiane C" userId="b7f0f3e8-bbd7-4b72-817a-fcc3bbc6a5fd" providerId="ADAL" clId="{F204D117-7105-492C-9EE0-9B3543D1DBE6}" dt="2026-08-26T14:45:34.113" v="963" actId="700"/>
        <pc:sldMkLst>
          <pc:docMk/>
          <pc:sldMk cId="3817726469" sldId="260"/>
        </pc:sldMkLst>
        <pc:spChg chg="mod ord">
          <ac:chgData name="Richard, Dr Morgiane C" userId="b7f0f3e8-bbd7-4b72-817a-fcc3bbc6a5fd" providerId="ADAL" clId="{F204D117-7105-492C-9EE0-9B3543D1DBE6}" dt="2026-08-26T14:45:34.113" v="963" actId="700"/>
          <ac:spMkLst>
            <pc:docMk/>
            <pc:sldMk cId="3817726469" sldId="260"/>
            <ac:spMk id="2" creationId="{0C088029-70DB-3834-3E2B-BC3733555D79}"/>
          </ac:spMkLst>
        </pc:spChg>
      </pc:sldChg>
      <pc:sldChg chg="del">
        <pc:chgData name="Richard, Dr Morgiane C" userId="b7f0f3e8-bbd7-4b72-817a-fcc3bbc6a5fd" providerId="ADAL" clId="{F204D117-7105-492C-9EE0-9B3543D1DBE6}" dt="2026-08-26T14:32:16.668" v="12" actId="47"/>
        <pc:sldMkLst>
          <pc:docMk/>
          <pc:sldMk cId="572533018" sldId="268"/>
        </pc:sldMkLst>
      </pc:sldChg>
      <pc:sldChg chg="addSp delSp modSp add mod modClrScheme chgLayout">
        <pc:chgData name="Richard, Dr Morgiane C" userId="b7f0f3e8-bbd7-4b72-817a-fcc3bbc6a5fd" providerId="ADAL" clId="{F204D117-7105-492C-9EE0-9B3543D1DBE6}" dt="2026-08-27T12:56:15.093" v="2924" actId="20577"/>
        <pc:sldMkLst>
          <pc:docMk/>
          <pc:sldMk cId="2087669290" sldId="270"/>
        </pc:sldMkLst>
        <pc:spChg chg="mod ord">
          <ac:chgData name="Richard, Dr Morgiane C" userId="b7f0f3e8-bbd7-4b72-817a-fcc3bbc6a5fd" providerId="ADAL" clId="{F204D117-7105-492C-9EE0-9B3543D1DBE6}" dt="2026-08-27T12:30:20.403" v="1934" actId="1076"/>
          <ac:spMkLst>
            <pc:docMk/>
            <pc:sldMk cId="2087669290" sldId="270"/>
            <ac:spMk id="2" creationId="{C87398ED-3D93-55DF-4CF1-E799A4D521F6}"/>
          </ac:spMkLst>
        </pc:spChg>
        <pc:spChg chg="mod ord">
          <ac:chgData name="Richard, Dr Morgiane C" userId="b7f0f3e8-bbd7-4b72-817a-fcc3bbc6a5fd" providerId="ADAL" clId="{F204D117-7105-492C-9EE0-9B3543D1DBE6}" dt="2026-08-27T12:30:22.493" v="1935" actId="1076"/>
          <ac:spMkLst>
            <pc:docMk/>
            <pc:sldMk cId="2087669290" sldId="270"/>
            <ac:spMk id="3" creationId="{76433A0C-B60C-9713-8130-5E66D9DDE7BD}"/>
          </ac:spMkLst>
        </pc:spChg>
        <pc:spChg chg="add mod">
          <ac:chgData name="Richard, Dr Morgiane C" userId="b7f0f3e8-bbd7-4b72-817a-fcc3bbc6a5fd" providerId="ADAL" clId="{F204D117-7105-492C-9EE0-9B3543D1DBE6}" dt="2026-08-27T12:56:15.093" v="2924" actId="20577"/>
          <ac:spMkLst>
            <pc:docMk/>
            <pc:sldMk cId="2087669290" sldId="270"/>
            <ac:spMk id="8" creationId="{22C7012D-C2F2-1B0A-C12D-4871A78587A4}"/>
          </ac:spMkLst>
        </pc:spChg>
        <pc:spChg chg="add mod">
          <ac:chgData name="Richard, Dr Morgiane C" userId="b7f0f3e8-bbd7-4b72-817a-fcc3bbc6a5fd" providerId="ADAL" clId="{F204D117-7105-492C-9EE0-9B3543D1DBE6}" dt="2026-08-27T12:56:10.775" v="2922" actId="20577"/>
          <ac:spMkLst>
            <pc:docMk/>
            <pc:sldMk cId="2087669290" sldId="270"/>
            <ac:spMk id="10" creationId="{2D5A7A66-ED20-07A0-0634-5FC97716F11E}"/>
          </ac:spMkLst>
        </pc:spChg>
        <pc:picChg chg="del mod">
          <ac:chgData name="Richard, Dr Morgiane C" userId="b7f0f3e8-bbd7-4b72-817a-fcc3bbc6a5fd" providerId="ADAL" clId="{F204D117-7105-492C-9EE0-9B3543D1DBE6}" dt="2026-08-26T14:55:16.838" v="972" actId="21"/>
          <ac:picMkLst>
            <pc:docMk/>
            <pc:sldMk cId="2087669290" sldId="270"/>
            <ac:picMk id="4" creationId="{1B50432B-4F7A-566C-2C09-30A9CA1E202D}"/>
          </ac:picMkLst>
        </pc:picChg>
        <pc:picChg chg="add mod">
          <ac:chgData name="Richard, Dr Morgiane C" userId="b7f0f3e8-bbd7-4b72-817a-fcc3bbc6a5fd" providerId="ADAL" clId="{F204D117-7105-492C-9EE0-9B3543D1DBE6}" dt="2026-08-27T12:55:14.504" v="2729" actId="962"/>
          <ac:picMkLst>
            <pc:docMk/>
            <pc:sldMk cId="2087669290" sldId="270"/>
            <ac:picMk id="5" creationId="{B2B928AF-7260-DFAB-8467-894958DCDB98}"/>
          </ac:picMkLst>
        </pc:picChg>
        <pc:picChg chg="add mod">
          <ac:chgData name="Richard, Dr Morgiane C" userId="b7f0f3e8-bbd7-4b72-817a-fcc3bbc6a5fd" providerId="ADAL" clId="{F204D117-7105-492C-9EE0-9B3543D1DBE6}" dt="2026-08-27T12:55:42.545" v="2893" actId="962"/>
          <ac:picMkLst>
            <pc:docMk/>
            <pc:sldMk cId="2087669290" sldId="270"/>
            <ac:picMk id="7" creationId="{63810FBC-466F-03A2-54D7-93035A44BF2B}"/>
          </ac:picMkLst>
        </pc:picChg>
        <pc:picChg chg="del mod">
          <ac:chgData name="Richard, Dr Morgiane C" userId="b7f0f3e8-bbd7-4b72-817a-fcc3bbc6a5fd" providerId="ADAL" clId="{F204D117-7105-492C-9EE0-9B3543D1DBE6}" dt="2026-08-26T14:55:16.838" v="972" actId="21"/>
          <ac:picMkLst>
            <pc:docMk/>
            <pc:sldMk cId="2087669290" sldId="270"/>
            <ac:picMk id="7" creationId="{C3587752-2EEE-4F51-5EA8-1EBD22A3325A}"/>
          </ac:picMkLst>
        </pc:picChg>
      </pc:sldChg>
      <pc:sldChg chg="del">
        <pc:chgData name="Richard, Dr Morgiane C" userId="b7f0f3e8-bbd7-4b72-817a-fcc3bbc6a5fd" providerId="ADAL" clId="{F204D117-7105-492C-9EE0-9B3543D1DBE6}" dt="2026-08-26T14:32:22.842" v="14" actId="47"/>
        <pc:sldMkLst>
          <pc:docMk/>
          <pc:sldMk cId="3050532049" sldId="282"/>
        </pc:sldMkLst>
      </pc:sldChg>
      <pc:sldChg chg="del">
        <pc:chgData name="Richard, Dr Morgiane C" userId="b7f0f3e8-bbd7-4b72-817a-fcc3bbc6a5fd" providerId="ADAL" clId="{F204D117-7105-492C-9EE0-9B3543D1DBE6}" dt="2026-08-26T14:32:20.086" v="13" actId="47"/>
        <pc:sldMkLst>
          <pc:docMk/>
          <pc:sldMk cId="4073742759" sldId="283"/>
        </pc:sldMkLst>
      </pc:sldChg>
      <pc:sldChg chg="modSp new del mod">
        <pc:chgData name="Richard, Dr Morgiane C" userId="b7f0f3e8-bbd7-4b72-817a-fcc3bbc6a5fd" providerId="ADAL" clId="{F204D117-7105-492C-9EE0-9B3543D1DBE6}" dt="2026-08-27T12:23:54.844" v="1362" actId="47"/>
        <pc:sldMkLst>
          <pc:docMk/>
          <pc:sldMk cId="979471017" sldId="285"/>
        </pc:sldMkLst>
        <pc:spChg chg="mod">
          <ac:chgData name="Richard, Dr Morgiane C" userId="b7f0f3e8-bbd7-4b72-817a-fcc3bbc6a5fd" providerId="ADAL" clId="{F204D117-7105-492C-9EE0-9B3543D1DBE6}" dt="2026-08-26T14:55:52.630" v="981" actId="1076"/>
          <ac:spMkLst>
            <pc:docMk/>
            <pc:sldMk cId="979471017" sldId="285"/>
            <ac:spMk id="2" creationId="{9F0F2548-E043-D66D-89D5-04670826AF4E}"/>
          </ac:spMkLst>
        </pc:spChg>
        <pc:spChg chg="mod">
          <ac:chgData name="Richard, Dr Morgiane C" userId="b7f0f3e8-bbd7-4b72-817a-fcc3bbc6a5fd" providerId="ADAL" clId="{F204D117-7105-492C-9EE0-9B3543D1DBE6}" dt="2026-08-26T14:55:47.867" v="980" actId="1076"/>
          <ac:spMkLst>
            <pc:docMk/>
            <pc:sldMk cId="979471017" sldId="285"/>
            <ac:spMk id="3" creationId="{B2550003-D2E8-B6B7-61CE-5A7C04607F9B}"/>
          </ac:spMkLst>
        </pc:spChg>
      </pc:sldChg>
      <pc:sldChg chg="addSp modSp new mod">
        <pc:chgData name="Richard, Dr Morgiane C" userId="b7f0f3e8-bbd7-4b72-817a-fcc3bbc6a5fd" providerId="ADAL" clId="{F204D117-7105-492C-9EE0-9B3543D1DBE6}" dt="2026-08-27T12:52:22.166" v="2489" actId="1076"/>
        <pc:sldMkLst>
          <pc:docMk/>
          <pc:sldMk cId="264254684" sldId="286"/>
        </pc:sldMkLst>
        <pc:spChg chg="mod">
          <ac:chgData name="Richard, Dr Morgiane C" userId="b7f0f3e8-bbd7-4b72-817a-fcc3bbc6a5fd" providerId="ADAL" clId="{F204D117-7105-492C-9EE0-9B3543D1DBE6}" dt="2026-08-27T12:52:22.166" v="2489" actId="1076"/>
          <ac:spMkLst>
            <pc:docMk/>
            <pc:sldMk cId="264254684" sldId="286"/>
            <ac:spMk id="2" creationId="{6C73B9A6-FED4-85E5-5355-59AE41A24776}"/>
          </ac:spMkLst>
        </pc:spChg>
        <pc:spChg chg="mod">
          <ac:chgData name="Richard, Dr Morgiane C" userId="b7f0f3e8-bbd7-4b72-817a-fcc3bbc6a5fd" providerId="ADAL" clId="{F204D117-7105-492C-9EE0-9B3543D1DBE6}" dt="2026-08-26T14:57:44.318" v="1131" actId="20577"/>
          <ac:spMkLst>
            <pc:docMk/>
            <pc:sldMk cId="264254684" sldId="286"/>
            <ac:spMk id="3" creationId="{906EBC72-776C-E211-DFB3-34F491A12B05}"/>
          </ac:spMkLst>
        </pc:spChg>
        <pc:picChg chg="add mod">
          <ac:chgData name="Richard, Dr Morgiane C" userId="b7f0f3e8-bbd7-4b72-817a-fcc3bbc6a5fd" providerId="ADAL" clId="{F204D117-7105-492C-9EE0-9B3543D1DBE6}" dt="2026-08-26T14:57:07.670" v="1115" actId="1076"/>
          <ac:picMkLst>
            <pc:docMk/>
            <pc:sldMk cId="264254684" sldId="286"/>
            <ac:picMk id="5" creationId="{E51A22FD-BBC9-8072-521D-8B003BB6D218}"/>
          </ac:picMkLst>
        </pc:picChg>
        <pc:picChg chg="add mod">
          <ac:chgData name="Richard, Dr Morgiane C" userId="b7f0f3e8-bbd7-4b72-817a-fcc3bbc6a5fd" providerId="ADAL" clId="{F204D117-7105-492C-9EE0-9B3543D1DBE6}" dt="2026-08-26T14:56:55.606" v="1110" actId="1076"/>
          <ac:picMkLst>
            <pc:docMk/>
            <pc:sldMk cId="264254684" sldId="286"/>
            <ac:picMk id="7" creationId="{9DE5D53D-0885-D787-0337-F46F628F463D}"/>
          </ac:picMkLst>
        </pc:picChg>
      </pc:sldChg>
      <pc:sldChg chg="modSp new mod">
        <pc:chgData name="Richard, Dr Morgiane C" userId="b7f0f3e8-bbd7-4b72-817a-fcc3bbc6a5fd" providerId="ADAL" clId="{F204D117-7105-492C-9EE0-9B3543D1DBE6}" dt="2026-08-27T12:54:38.048" v="2597" actId="20577"/>
        <pc:sldMkLst>
          <pc:docMk/>
          <pc:sldMk cId="3143797785" sldId="287"/>
        </pc:sldMkLst>
        <pc:spChg chg="mod">
          <ac:chgData name="Richard, Dr Morgiane C" userId="b7f0f3e8-bbd7-4b72-817a-fcc3bbc6a5fd" providerId="ADAL" clId="{F204D117-7105-492C-9EE0-9B3543D1DBE6}" dt="2026-08-27T12:23:25.104" v="1358" actId="1076"/>
          <ac:spMkLst>
            <pc:docMk/>
            <pc:sldMk cId="3143797785" sldId="287"/>
            <ac:spMk id="2" creationId="{CB69AFEA-9D3E-5321-4DA8-BB9A930EAF76}"/>
          </ac:spMkLst>
        </pc:spChg>
        <pc:spChg chg="mod">
          <ac:chgData name="Richard, Dr Morgiane C" userId="b7f0f3e8-bbd7-4b72-817a-fcc3bbc6a5fd" providerId="ADAL" clId="{F204D117-7105-492C-9EE0-9B3543D1DBE6}" dt="2026-08-27T12:54:38.048" v="2597" actId="20577"/>
          <ac:spMkLst>
            <pc:docMk/>
            <pc:sldMk cId="3143797785" sldId="287"/>
            <ac:spMk id="3" creationId="{B293CB29-C877-50ED-80CA-B6C7110AC307}"/>
          </ac:spMkLst>
        </pc:spChg>
      </pc:sldChg>
      <pc:sldChg chg="addSp delSp modSp new mod">
        <pc:chgData name="Richard, Dr Morgiane C" userId="b7f0f3e8-bbd7-4b72-817a-fcc3bbc6a5fd" providerId="ADAL" clId="{F204D117-7105-492C-9EE0-9B3543D1DBE6}" dt="2026-08-27T12:51:59.311" v="2488" actId="5793"/>
        <pc:sldMkLst>
          <pc:docMk/>
          <pc:sldMk cId="3307131214" sldId="288"/>
        </pc:sldMkLst>
        <pc:spChg chg="mod">
          <ac:chgData name="Richard, Dr Morgiane C" userId="b7f0f3e8-bbd7-4b72-817a-fcc3bbc6a5fd" providerId="ADAL" clId="{F204D117-7105-492C-9EE0-9B3543D1DBE6}" dt="2026-08-27T12:45:30.482" v="2358" actId="1076"/>
          <ac:spMkLst>
            <pc:docMk/>
            <pc:sldMk cId="3307131214" sldId="288"/>
            <ac:spMk id="2" creationId="{8C177776-0FFC-FC4D-3D95-831FF8E3D482}"/>
          </ac:spMkLst>
        </pc:spChg>
        <pc:spChg chg="mod">
          <ac:chgData name="Richard, Dr Morgiane C" userId="b7f0f3e8-bbd7-4b72-817a-fcc3bbc6a5fd" providerId="ADAL" clId="{F204D117-7105-492C-9EE0-9B3543D1DBE6}" dt="2026-08-27T12:51:59.311" v="2488" actId="5793"/>
          <ac:spMkLst>
            <pc:docMk/>
            <pc:sldMk cId="3307131214" sldId="288"/>
            <ac:spMk id="3" creationId="{F3A34807-AC83-3501-8F47-0BCC763C7B1D}"/>
          </ac:spMkLst>
        </pc:spChg>
        <pc:picChg chg="add del mod">
          <ac:chgData name="Richard, Dr Morgiane C" userId="b7f0f3e8-bbd7-4b72-817a-fcc3bbc6a5fd" providerId="ADAL" clId="{F204D117-7105-492C-9EE0-9B3543D1DBE6}" dt="2026-08-27T12:47:18.892" v="2369" actId="21"/>
          <ac:picMkLst>
            <pc:docMk/>
            <pc:sldMk cId="3307131214" sldId="288"/>
            <ac:picMk id="4" creationId="{7467A370-083F-18E6-43F0-6C74085CA433}"/>
          </ac:picMkLst>
        </pc:picChg>
        <pc:picChg chg="add del mod">
          <ac:chgData name="Richard, Dr Morgiane C" userId="b7f0f3e8-bbd7-4b72-817a-fcc3bbc6a5fd" providerId="ADAL" clId="{F204D117-7105-492C-9EE0-9B3543D1DBE6}" dt="2026-08-27T12:47:25.851" v="2372" actId="21"/>
          <ac:picMkLst>
            <pc:docMk/>
            <pc:sldMk cId="3307131214" sldId="288"/>
            <ac:picMk id="6" creationId="{7132DD25-FD97-1E7B-4045-94D38D09675F}"/>
          </ac:picMkLst>
        </pc:picChg>
      </pc:sldChg>
      <pc:sldChg chg="addSp delSp modSp new mod">
        <pc:chgData name="Richard, Dr Morgiane C" userId="b7f0f3e8-bbd7-4b72-817a-fcc3bbc6a5fd" providerId="ADAL" clId="{F204D117-7105-492C-9EE0-9B3543D1DBE6}" dt="2026-08-27T12:58:01.602" v="3382" actId="962"/>
        <pc:sldMkLst>
          <pc:docMk/>
          <pc:sldMk cId="3194925389" sldId="289"/>
        </pc:sldMkLst>
        <pc:spChg chg="del">
          <ac:chgData name="Richard, Dr Morgiane C" userId="b7f0f3e8-bbd7-4b72-817a-fcc3bbc6a5fd" providerId="ADAL" clId="{F204D117-7105-492C-9EE0-9B3543D1DBE6}" dt="2026-08-27T12:51:36.105" v="2482" actId="478"/>
          <ac:spMkLst>
            <pc:docMk/>
            <pc:sldMk cId="3194925389" sldId="289"/>
            <ac:spMk id="2" creationId="{77B498B1-4CCA-BD92-53DF-6D8517548631}"/>
          </ac:spMkLst>
        </pc:spChg>
        <pc:spChg chg="add mod">
          <ac:chgData name="Richard, Dr Morgiane C" userId="b7f0f3e8-bbd7-4b72-817a-fcc3bbc6a5fd" providerId="ADAL" clId="{F204D117-7105-492C-9EE0-9B3543D1DBE6}" dt="2026-08-27T12:50:58.555" v="2442" actId="1076"/>
          <ac:spMkLst>
            <pc:docMk/>
            <pc:sldMk cId="3194925389" sldId="289"/>
            <ac:spMk id="9" creationId="{451C6C29-3B31-53FE-F1B3-BE3E9D6240A4}"/>
          </ac:spMkLst>
        </pc:spChg>
        <pc:spChg chg="add mod">
          <ac:chgData name="Richard, Dr Morgiane C" userId="b7f0f3e8-bbd7-4b72-817a-fcc3bbc6a5fd" providerId="ADAL" clId="{F204D117-7105-492C-9EE0-9B3543D1DBE6}" dt="2026-08-27T12:51:15.059" v="2473" actId="14100"/>
          <ac:spMkLst>
            <pc:docMk/>
            <pc:sldMk cId="3194925389" sldId="289"/>
            <ac:spMk id="11" creationId="{8DD876C0-FF53-8572-2E6F-807F7AE787EE}"/>
          </ac:spMkLst>
        </pc:spChg>
        <pc:spChg chg="add mod">
          <ac:chgData name="Richard, Dr Morgiane C" userId="b7f0f3e8-bbd7-4b72-817a-fcc3bbc6a5fd" providerId="ADAL" clId="{F204D117-7105-492C-9EE0-9B3543D1DBE6}" dt="2026-08-27T12:51:29.436" v="2481" actId="20577"/>
          <ac:spMkLst>
            <pc:docMk/>
            <pc:sldMk cId="3194925389" sldId="289"/>
            <ac:spMk id="13" creationId="{60A89A30-979C-D57D-AF27-E59B01E77FE5}"/>
          </ac:spMkLst>
        </pc:spChg>
        <pc:picChg chg="add mod">
          <ac:chgData name="Richard, Dr Morgiane C" userId="b7f0f3e8-bbd7-4b72-817a-fcc3bbc6a5fd" providerId="ADAL" clId="{F204D117-7105-492C-9EE0-9B3543D1DBE6}" dt="2026-08-27T12:56:55.995" v="3024" actId="962"/>
          <ac:picMkLst>
            <pc:docMk/>
            <pc:sldMk cId="3194925389" sldId="289"/>
            <ac:picMk id="4" creationId="{7467A370-083F-18E6-43F0-6C74085CA433}"/>
          </ac:picMkLst>
        </pc:picChg>
        <pc:picChg chg="add del mod">
          <ac:chgData name="Richard, Dr Morgiane C" userId="b7f0f3e8-bbd7-4b72-817a-fcc3bbc6a5fd" providerId="ADAL" clId="{F204D117-7105-492C-9EE0-9B3543D1DBE6}" dt="2026-08-27T12:49:27.066" v="2391" actId="478"/>
          <ac:picMkLst>
            <pc:docMk/>
            <pc:sldMk cId="3194925389" sldId="289"/>
            <ac:picMk id="5" creationId="{EA285045-E5C4-8C08-E012-4AEF99A69CAD}"/>
          </ac:picMkLst>
        </pc:picChg>
        <pc:picChg chg="add mod">
          <ac:chgData name="Richard, Dr Morgiane C" userId="b7f0f3e8-bbd7-4b72-817a-fcc3bbc6a5fd" providerId="ADAL" clId="{F204D117-7105-492C-9EE0-9B3543D1DBE6}" dt="2026-08-27T12:57:26.569" v="3182" actId="962"/>
          <ac:picMkLst>
            <pc:docMk/>
            <pc:sldMk cId="3194925389" sldId="289"/>
            <ac:picMk id="6" creationId="{7132DD25-FD97-1E7B-4045-94D38D09675F}"/>
          </ac:picMkLst>
        </pc:picChg>
        <pc:picChg chg="add mod">
          <ac:chgData name="Richard, Dr Morgiane C" userId="b7f0f3e8-bbd7-4b72-817a-fcc3bbc6a5fd" providerId="ADAL" clId="{F204D117-7105-492C-9EE0-9B3543D1DBE6}" dt="2026-08-27T12:58:01.602" v="3382" actId="962"/>
          <ac:picMkLst>
            <pc:docMk/>
            <pc:sldMk cId="3194925389" sldId="289"/>
            <ac:picMk id="8" creationId="{0D6260C9-B53B-7ABE-C712-071EE5B59C27}"/>
          </ac:picMkLst>
        </pc:picChg>
      </pc:sldChg>
    </pc:docChg>
  </pc:docChgLst>
  <pc:docChgLst>
    <pc:chgData name="Forero, Laura" userId="S::s02lf1@abdn.ac.uk::66ab10cb-7896-4de6-8cbc-48fdb4995c66" providerId="AD" clId="Web-{F2078346-10DE-A9CF-0467-FAD6FE3C1E01}"/>
    <pc:docChg chg="modSld">
      <pc:chgData name="Forero, Laura" userId="S::s02lf1@abdn.ac.uk::66ab10cb-7896-4de6-8cbc-48fdb4995c66" providerId="AD" clId="Web-{F2078346-10DE-A9CF-0467-FAD6FE3C1E01}" dt="2026-08-27T10:47:40.055" v="3"/>
      <pc:docMkLst>
        <pc:docMk/>
      </pc:docMkLst>
      <pc:sldChg chg="modSp">
        <pc:chgData name="Forero, Laura" userId="S::s02lf1@abdn.ac.uk::66ab10cb-7896-4de6-8cbc-48fdb4995c66" providerId="AD" clId="Web-{F2078346-10DE-A9CF-0467-FAD6FE3C1E01}" dt="2026-08-27T10:46:58.460" v="1" actId="20577"/>
        <pc:sldMkLst>
          <pc:docMk/>
          <pc:sldMk cId="2087669290" sldId="270"/>
        </pc:sldMkLst>
        <pc:spChg chg="mod">
          <ac:chgData name="Forero, Laura" userId="S::s02lf1@abdn.ac.uk::66ab10cb-7896-4de6-8cbc-48fdb4995c66" providerId="AD" clId="Web-{F2078346-10DE-A9CF-0467-FAD6FE3C1E01}" dt="2026-08-27T10:46:58.460" v="1" actId="20577"/>
          <ac:spMkLst>
            <pc:docMk/>
            <pc:sldMk cId="2087669290" sldId="270"/>
            <ac:spMk id="3" creationId="{76433A0C-B60C-9713-8130-5E66D9DDE7BD}"/>
          </ac:spMkLst>
        </pc:spChg>
      </pc:sldChg>
      <pc:sldChg chg="modSp">
        <pc:chgData name="Forero, Laura" userId="S::s02lf1@abdn.ac.uk::66ab10cb-7896-4de6-8cbc-48fdb4995c66" providerId="AD" clId="Web-{F2078346-10DE-A9CF-0467-FAD6FE3C1E01}" dt="2026-08-27T10:47:40.055" v="3"/>
        <pc:sldMkLst>
          <pc:docMk/>
          <pc:sldMk cId="264254684" sldId="286"/>
        </pc:sldMkLst>
        <pc:picChg chg="mod modCrop">
          <ac:chgData name="Forero, Laura" userId="S::s02lf1@abdn.ac.uk::66ab10cb-7896-4de6-8cbc-48fdb4995c66" providerId="AD" clId="Web-{F2078346-10DE-A9CF-0467-FAD6FE3C1E01}" dt="2026-08-27T10:47:40.055" v="3"/>
          <ac:picMkLst>
            <pc:docMk/>
            <pc:sldMk cId="264254684" sldId="286"/>
            <ac:picMk id="5" creationId="{E51A22FD-BBC9-8072-521D-8B003BB6D218}"/>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378BF24-5BA6-B7D1-26C9-7D87329896E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4" name="Footer Placeholder 3">
            <a:extLst>
              <a:ext uri="{FF2B5EF4-FFF2-40B4-BE49-F238E27FC236}">
                <a16:creationId xmlns:a16="http://schemas.microsoft.com/office/drawing/2014/main" id="{C6C5A70A-0C88-0F8C-1D6E-19AFAB4AA16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22B773A4-F3EE-F7FC-62EF-50C6233AB7B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F6B2B61-BD12-4A34-B14A-55D3490FD312}" type="slidenum">
              <a:rPr lang="en-GB" smtClean="0"/>
              <a:t>‹#›</a:t>
            </a:fld>
            <a:endParaRPr lang="en-GB"/>
          </a:p>
        </p:txBody>
      </p:sp>
    </p:spTree>
    <p:extLst>
      <p:ext uri="{BB962C8B-B14F-4D97-AF65-F5344CB8AC3E}">
        <p14:creationId xmlns:p14="http://schemas.microsoft.com/office/powerpoint/2010/main" val="21226046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GB"/>
              <a:t>Craig (5 min with LaTeX, 20 total)</a:t>
            </a:r>
          </a:p>
          <a:p>
            <a:endParaRPr lang="en-GB"/>
          </a:p>
        </p:txBody>
      </p:sp>
    </p:spTree>
    <p:extLst>
      <p:ext uri="{BB962C8B-B14F-4D97-AF65-F5344CB8AC3E}">
        <p14:creationId xmlns:p14="http://schemas.microsoft.com/office/powerpoint/2010/main" val="192911433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9.pn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17.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jpe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20.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17.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jp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19.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jpe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17.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jpe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29.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Main title">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7A81423-59AF-2674-C41D-3F51C1DC5CB4}"/>
              </a:ext>
            </a:extLst>
          </p:cNvPr>
          <p:cNvSpPr>
            <a:spLocks noGrp="1"/>
          </p:cNvSpPr>
          <p:nvPr>
            <p:ph type="title"/>
          </p:nvPr>
        </p:nvSpPr>
        <p:spPr>
          <a:xfrm>
            <a:off x="259200" y="1389600"/>
            <a:ext cx="4791600" cy="1324800"/>
          </a:xfrm>
          <a:prstGeom prst="rect">
            <a:avLst/>
          </a:prstGeom>
        </p:spPr>
        <p:txBody>
          <a:bodyPr/>
          <a:lstStyle>
            <a:lvl1pPr>
              <a:lnSpc>
                <a:spcPts val="5100"/>
              </a:lnSpc>
              <a:defRPr sz="5000" b="1">
                <a:solidFill>
                  <a:schemeClr val="bg1"/>
                </a:solidFill>
              </a:defRPr>
            </a:lvl1pPr>
          </a:lstStyle>
          <a:p>
            <a:pPr>
              <a:lnSpc>
                <a:spcPts val="5100"/>
              </a:lnSpc>
            </a:pPr>
            <a:r>
              <a:rPr lang="en-US" sz="5000" b="1">
                <a:solidFill>
                  <a:schemeClr val="bg1"/>
                </a:solidFill>
              </a:rPr>
              <a:t>Click to edit Master title style</a:t>
            </a:r>
            <a:endParaRPr lang="en-US" sz="5000" b="1" dirty="0">
              <a:solidFill>
                <a:schemeClr val="bg1"/>
              </a:solidFill>
            </a:endParaRPr>
          </a:p>
        </p:txBody>
      </p:sp>
      <p:pic>
        <p:nvPicPr>
          <p:cNvPr id="5" name="Picture 4" descr="Aurora borealis">
            <a:extLst>
              <a:ext uri="{FF2B5EF4-FFF2-40B4-BE49-F238E27FC236}">
                <a16:creationId xmlns:a16="http://schemas.microsoft.com/office/drawing/2014/main" id="{D8998E38-7B7F-0C9A-943A-08547EF312E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267201" y="565830"/>
            <a:ext cx="4328748" cy="4027941"/>
          </a:xfrm>
          <a:prstGeom prst="rect">
            <a:avLst/>
          </a:prstGeom>
        </p:spPr>
      </p:pic>
      <p:pic>
        <p:nvPicPr>
          <p:cNvPr id="2" name="Picture 1">
            <a:extLst>
              <a:ext uri="{FF2B5EF4-FFF2-40B4-BE49-F238E27FC236}">
                <a16:creationId xmlns:a16="http://schemas.microsoft.com/office/drawing/2014/main" id="{22BCCC13-4C68-6286-F64C-F4D4357D5E7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536115" y="566662"/>
            <a:ext cx="3731075" cy="1700931"/>
          </a:xfrm>
          <a:prstGeom prst="rect">
            <a:avLst/>
          </a:prstGeom>
        </p:spPr>
      </p:pic>
      <p:pic>
        <p:nvPicPr>
          <p:cNvPr id="3" name="Picture 2">
            <a:extLst>
              <a:ext uri="{FF2B5EF4-FFF2-40B4-BE49-F238E27FC236}">
                <a16:creationId xmlns:a16="http://schemas.microsoft.com/office/drawing/2014/main" id="{B66FC2EE-D53C-5439-FD07-9FDDDC09FB61}"/>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6389898" y="565341"/>
            <a:ext cx="2206943" cy="1286367"/>
          </a:xfrm>
          <a:prstGeom prst="rect">
            <a:avLst/>
          </a:prstGeom>
        </p:spPr>
      </p:pic>
      <p:pic>
        <p:nvPicPr>
          <p:cNvPr id="4" name="Picture 3">
            <a:extLst>
              <a:ext uri="{FF2B5EF4-FFF2-40B4-BE49-F238E27FC236}">
                <a16:creationId xmlns:a16="http://schemas.microsoft.com/office/drawing/2014/main" id="{35AAACDE-B985-A500-ACB0-16600B9CC326}"/>
              </a:ext>
              <a:ext uri="{C183D7F6-B498-43B3-948B-1728B52AA6E4}">
                <adec:decorative xmlns:adec="http://schemas.microsoft.com/office/drawing/2017/decorative" val="1"/>
              </a:ext>
            </a:extLst>
          </p:cNvPr>
          <p:cNvPicPr>
            <a:picLocks noChangeAspect="1"/>
          </p:cNvPicPr>
          <p:nvPr userDrawn="1"/>
        </p:nvPicPr>
        <p:blipFill>
          <a:blip r:embed="rId5"/>
          <a:stretch>
            <a:fillRect/>
          </a:stretch>
        </p:blipFill>
        <p:spPr>
          <a:xfrm>
            <a:off x="3652557" y="3148164"/>
            <a:ext cx="2737341" cy="1444877"/>
          </a:xfrm>
          <a:prstGeom prst="rect">
            <a:avLst/>
          </a:prstGeom>
        </p:spPr>
      </p:pic>
      <p:pic>
        <p:nvPicPr>
          <p:cNvPr id="8" name="Logo" descr="University of Aberdeen Logo">
            <a:extLst>
              <a:ext uri="{FF2B5EF4-FFF2-40B4-BE49-F238E27FC236}">
                <a16:creationId xmlns:a16="http://schemas.microsoft.com/office/drawing/2014/main" id="{3F8FD775-1144-CC55-9A99-E37EA2E49C55}"/>
              </a:ext>
            </a:extLst>
          </p:cNvPr>
          <p:cNvPicPr>
            <a:picLocks noChangeAspect="1"/>
          </p:cNvPicPr>
          <p:nvPr userDrawn="1"/>
        </p:nvPicPr>
        <p:blipFill>
          <a:blip r:embed="rId6"/>
          <a:stretch>
            <a:fillRect/>
          </a:stretch>
        </p:blipFill>
        <p:spPr bwMode="black">
          <a:xfrm>
            <a:off x="327214" y="2961389"/>
            <a:ext cx="1440000" cy="395077"/>
          </a:xfrm>
          <a:prstGeom prst="rect">
            <a:avLst/>
          </a:prstGeom>
        </p:spPr>
      </p:pic>
    </p:spTree>
    <p:extLst>
      <p:ext uri="{BB962C8B-B14F-4D97-AF65-F5344CB8AC3E}">
        <p14:creationId xmlns:p14="http://schemas.microsoft.com/office/powerpoint/2010/main" val="959241744"/>
      </p:ext>
    </p:extLst>
  </p:cSld>
  <p:clrMapOvr>
    <a:masterClrMapping/>
  </p:clrMapOvr>
  <p:extLst>
    <p:ext uri="{DCECCB84-F9BA-43D5-87BE-67443E8EF086}">
      <p15:sldGuideLst xmlns:p15="http://schemas.microsoft.com/office/powerpoint/2012/main">
        <p15:guide id="1" orient="horz" pos="282" userDrawn="1">
          <p15:clr>
            <a:srgbClr val="FBAE40"/>
          </p15:clr>
        </p15:guide>
        <p15:guide id="2" pos="204" userDrawn="1">
          <p15:clr>
            <a:srgbClr val="FBAE40"/>
          </p15:clr>
        </p15:guide>
        <p15:guide id="3" orient="horz" pos="3026" userDrawn="1">
          <p15:clr>
            <a:srgbClr val="FBAE40"/>
          </p15:clr>
        </p15:guide>
        <p15:guide id="4" pos="5534"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lt 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81B14EB-7D34-8496-1EAA-B01596880227}"/>
              </a:ext>
            </a:extLst>
          </p:cNvPr>
          <p:cNvSpPr>
            <a:spLocks noGrp="1"/>
          </p:cNvSpPr>
          <p:nvPr>
            <p:ph type="title"/>
          </p:nvPr>
        </p:nvSpPr>
        <p:spPr>
          <a:xfrm>
            <a:off x="601199" y="1990801"/>
            <a:ext cx="7914151" cy="580950"/>
          </a:xfrm>
          <a:prstGeom prst="rect">
            <a:avLst/>
          </a:prstGeom>
        </p:spPr>
        <p:txBody>
          <a:bodyPr/>
          <a:lstStyle>
            <a:lvl1pPr>
              <a:defRPr sz="2800" b="1">
                <a:solidFill>
                  <a:schemeClr val="bg1"/>
                </a:solidFill>
              </a:defRPr>
            </a:lvl1pPr>
          </a:lstStyle>
          <a:p>
            <a:r>
              <a:rPr lang="en-US"/>
              <a:t>Click to edit Master title style</a:t>
            </a:r>
            <a:endParaRPr lang="en-GB" dirty="0"/>
          </a:p>
        </p:txBody>
      </p:sp>
      <p:sp>
        <p:nvSpPr>
          <p:cNvPr id="5" name="Text Placeholder 4">
            <a:extLst>
              <a:ext uri="{FF2B5EF4-FFF2-40B4-BE49-F238E27FC236}">
                <a16:creationId xmlns:a16="http://schemas.microsoft.com/office/drawing/2014/main" id="{12BF1188-2F61-4858-3CD4-1D19B1E9C812}"/>
              </a:ext>
            </a:extLst>
          </p:cNvPr>
          <p:cNvSpPr>
            <a:spLocks noGrp="1"/>
          </p:cNvSpPr>
          <p:nvPr>
            <p:ph type="body" sz="quarter" idx="10"/>
          </p:nvPr>
        </p:nvSpPr>
        <p:spPr>
          <a:xfrm>
            <a:off x="601662" y="2587625"/>
            <a:ext cx="7914151" cy="581025"/>
          </a:xfrm>
          <a:prstGeom prst="rect">
            <a:avLst/>
          </a:prstGeom>
        </p:spPr>
        <p:txBody>
          <a:bodyPr/>
          <a:lstStyle>
            <a:lvl1pPr marL="0" indent="0">
              <a:buNone/>
              <a:defRPr sz="1800">
                <a:solidFill>
                  <a:schemeClr val="bg1"/>
                </a:solidFill>
              </a:defRPr>
            </a:lvl1pPr>
          </a:lstStyle>
          <a:p>
            <a:pPr lvl="0"/>
            <a:r>
              <a:rPr lang="en-US"/>
              <a:t>Click to edit Master text styles</a:t>
            </a:r>
          </a:p>
        </p:txBody>
      </p:sp>
      <p:pic>
        <p:nvPicPr>
          <p:cNvPr id="7" name="Logo" descr="University of Aberdeen Logo">
            <a:extLst>
              <a:ext uri="{FF2B5EF4-FFF2-40B4-BE49-F238E27FC236}">
                <a16:creationId xmlns:a16="http://schemas.microsoft.com/office/drawing/2014/main" id="{3B9750A3-7868-B903-3FEE-B1A3DD136049}"/>
              </a:ext>
            </a:extLst>
          </p:cNvPr>
          <p:cNvPicPr>
            <a:picLocks noChangeAspect="1"/>
          </p:cNvPicPr>
          <p:nvPr userDrawn="1"/>
        </p:nvPicPr>
        <p:blipFill>
          <a:blip r:embed="rId2"/>
          <a:stretch>
            <a:fillRect/>
          </a:stretch>
        </p:blipFill>
        <p:spPr bwMode="black">
          <a:xfrm>
            <a:off x="327214" y="4410406"/>
            <a:ext cx="1440000" cy="395077"/>
          </a:xfrm>
          <a:prstGeom prst="rect">
            <a:avLst/>
          </a:prstGeom>
        </p:spPr>
      </p:pic>
    </p:spTree>
    <p:extLst>
      <p:ext uri="{BB962C8B-B14F-4D97-AF65-F5344CB8AC3E}">
        <p14:creationId xmlns:p14="http://schemas.microsoft.com/office/powerpoint/2010/main" val="1608566229"/>
      </p:ext>
    </p:extLst>
  </p:cSld>
  <p:clrMapOvr>
    <a:masterClrMapping/>
  </p:clrMapOvr>
  <p:extLst>
    <p:ext uri="{DCECCB84-F9BA-43D5-87BE-67443E8EF086}">
      <p15:sldGuideLst xmlns:p15="http://schemas.microsoft.com/office/powerpoint/2012/main">
        <p15:guide id="1" orient="horz" pos="282" userDrawn="1">
          <p15:clr>
            <a:srgbClr val="FBAE40"/>
          </p15:clr>
        </p15:guide>
        <p15:guide id="2" pos="204" userDrawn="1">
          <p15:clr>
            <a:srgbClr val="FBAE40"/>
          </p15:clr>
        </p15:guide>
        <p15:guide id="3" orient="horz" pos="3026" userDrawn="1">
          <p15:clr>
            <a:srgbClr val="FBAE40"/>
          </p15:clr>
        </p15:guide>
        <p15:guide id="4" pos="553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End Slide">
    <p:bg>
      <p:bgPr>
        <a:solidFill>
          <a:srgbClr val="14273D"/>
        </a:solidFill>
        <a:effectLst/>
      </p:bgPr>
    </p:bg>
    <p:spTree>
      <p:nvGrpSpPr>
        <p:cNvPr id="1" name=""/>
        <p:cNvGrpSpPr/>
        <p:nvPr/>
      </p:nvGrpSpPr>
      <p:grpSpPr>
        <a:xfrm>
          <a:off x="0" y="0"/>
          <a:ext cx="0" cy="0"/>
          <a:chOff x="0" y="0"/>
          <a:chExt cx="0" cy="0"/>
        </a:xfrm>
      </p:grpSpPr>
      <p:pic>
        <p:nvPicPr>
          <p:cNvPr id="46" name="Picture 45" descr="Aurora borealis">
            <a:extLst>
              <a:ext uri="{FF2B5EF4-FFF2-40B4-BE49-F238E27FC236}">
                <a16:creationId xmlns:a16="http://schemas.microsoft.com/office/drawing/2014/main" id="{0593E3A0-8B56-75EA-0977-489E6C6493ED}"/>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53531" y="551536"/>
            <a:ext cx="6041821" cy="4038704"/>
          </a:xfrm>
          <a:prstGeom prst="rect">
            <a:avLst/>
          </a:prstGeom>
        </p:spPr>
      </p:pic>
      <p:pic>
        <p:nvPicPr>
          <p:cNvPr id="2" name="Picture 1">
            <a:extLst>
              <a:ext uri="{FF2B5EF4-FFF2-40B4-BE49-F238E27FC236}">
                <a16:creationId xmlns:a16="http://schemas.microsoft.com/office/drawing/2014/main" id="{22E66E4E-0F64-548B-F015-948E9F483CD7}"/>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white">
          <a:xfrm>
            <a:off x="547040" y="2810811"/>
            <a:ext cx="4017612" cy="1780186"/>
          </a:xfrm>
          <a:prstGeom prst="rect">
            <a:avLst/>
          </a:prstGeom>
        </p:spPr>
      </p:pic>
      <p:pic>
        <p:nvPicPr>
          <p:cNvPr id="6" name="Picture 5">
            <a:extLst>
              <a:ext uri="{FF2B5EF4-FFF2-40B4-BE49-F238E27FC236}">
                <a16:creationId xmlns:a16="http://schemas.microsoft.com/office/drawing/2014/main" id="{8052FFD0-5FE7-B029-DEE6-3E43C5984BD5}"/>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2584619" y="551870"/>
            <a:ext cx="6005080" cy="1707028"/>
          </a:xfrm>
          <a:prstGeom prst="rect">
            <a:avLst/>
          </a:prstGeom>
        </p:spPr>
      </p:pic>
      <p:sp>
        <p:nvSpPr>
          <p:cNvPr id="3" name="Title 2">
            <a:extLst>
              <a:ext uri="{FF2B5EF4-FFF2-40B4-BE49-F238E27FC236}">
                <a16:creationId xmlns:a16="http://schemas.microsoft.com/office/drawing/2014/main" id="{A4402366-0A88-26FA-724E-82A3823B31A0}"/>
              </a:ext>
            </a:extLst>
          </p:cNvPr>
          <p:cNvSpPr>
            <a:spLocks noGrp="1"/>
          </p:cNvSpPr>
          <p:nvPr>
            <p:ph type="title"/>
          </p:nvPr>
        </p:nvSpPr>
        <p:spPr>
          <a:xfrm>
            <a:off x="4064400" y="1386000"/>
            <a:ext cx="4791600" cy="2016000"/>
          </a:xfrm>
          <a:prstGeom prst="rect">
            <a:avLst/>
          </a:prstGeom>
        </p:spPr>
        <p:txBody>
          <a:bodyPr/>
          <a:lstStyle>
            <a:lvl1pPr algn="r">
              <a:lnSpc>
                <a:spcPts val="5000"/>
              </a:lnSpc>
              <a:defRPr sz="4800">
                <a:solidFill>
                  <a:schemeClr val="bg1"/>
                </a:solidFill>
              </a:defRPr>
            </a:lvl1pPr>
          </a:lstStyle>
          <a:p>
            <a:r>
              <a:rPr lang="en-US"/>
              <a:t>Click to edit Master title style</a:t>
            </a:r>
            <a:endParaRPr lang="en-GB" dirty="0"/>
          </a:p>
        </p:txBody>
      </p:sp>
      <p:pic>
        <p:nvPicPr>
          <p:cNvPr id="5" name="Logo" descr="University of Aberdeen Logo">
            <a:extLst>
              <a:ext uri="{FF2B5EF4-FFF2-40B4-BE49-F238E27FC236}">
                <a16:creationId xmlns:a16="http://schemas.microsoft.com/office/drawing/2014/main" id="{57E68C1D-C6A2-562D-36F3-D4358261D448}"/>
              </a:ext>
            </a:extLst>
          </p:cNvPr>
          <p:cNvPicPr>
            <a:picLocks noChangeAspect="1"/>
          </p:cNvPicPr>
          <p:nvPr userDrawn="1"/>
        </p:nvPicPr>
        <p:blipFill>
          <a:blip r:embed="rId5"/>
          <a:stretch>
            <a:fillRect/>
          </a:stretch>
        </p:blipFill>
        <p:spPr bwMode="black">
          <a:xfrm>
            <a:off x="327214" y="4410406"/>
            <a:ext cx="1440000" cy="395077"/>
          </a:xfrm>
          <a:prstGeom prst="rect">
            <a:avLst/>
          </a:prstGeom>
        </p:spPr>
      </p:pic>
    </p:spTree>
    <p:extLst>
      <p:ext uri="{BB962C8B-B14F-4D97-AF65-F5344CB8AC3E}">
        <p14:creationId xmlns:p14="http://schemas.microsoft.com/office/powerpoint/2010/main" val="869802352"/>
      </p:ext>
    </p:extLst>
  </p:cSld>
  <p:clrMapOvr>
    <a:masterClrMapping/>
  </p:clrMapOvr>
  <p:extLst>
    <p:ext uri="{DCECCB84-F9BA-43D5-87BE-67443E8EF086}">
      <p15:sldGuideLst xmlns:p15="http://schemas.microsoft.com/office/powerpoint/2012/main">
        <p15:guide id="1" orient="horz" pos="282" userDrawn="1">
          <p15:clr>
            <a:srgbClr val="FBAE40"/>
          </p15:clr>
        </p15:guide>
        <p15:guide id="2" pos="204" userDrawn="1">
          <p15:clr>
            <a:srgbClr val="FBAE40"/>
          </p15:clr>
        </p15:guide>
        <p15:guide id="3" orient="horz" pos="3026" userDrawn="1">
          <p15:clr>
            <a:srgbClr val="FBAE40"/>
          </p15:clr>
        </p15:guide>
        <p15:guide id="4" pos="5534"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Light Pink Background Single Header 1 1 1" preserve="1" userDrawn="1">
  <p:cSld name="Title and text 6">
    <p:spTree>
      <p:nvGrpSpPr>
        <p:cNvPr id="1" name="Shape 117"/>
        <p:cNvGrpSpPr/>
        <p:nvPr/>
      </p:nvGrpSpPr>
      <p:grpSpPr>
        <a:xfrm>
          <a:off x="0" y="0"/>
          <a:ext cx="0" cy="0"/>
          <a:chOff x="0" y="0"/>
          <a:chExt cx="0" cy="0"/>
        </a:xfrm>
      </p:grpSpPr>
      <p:sp>
        <p:nvSpPr>
          <p:cNvPr id="4" name="Title 2">
            <a:extLst>
              <a:ext uri="{FF2B5EF4-FFF2-40B4-BE49-F238E27FC236}">
                <a16:creationId xmlns:a16="http://schemas.microsoft.com/office/drawing/2014/main" id="{BAD86FC1-A343-0345-EF49-28ACC3EF73AE}"/>
              </a:ext>
            </a:extLst>
          </p:cNvPr>
          <p:cNvSpPr>
            <a:spLocks noGrp="1"/>
          </p:cNvSpPr>
          <p:nvPr>
            <p:ph type="title"/>
          </p:nvPr>
        </p:nvSpPr>
        <p:spPr>
          <a:xfrm>
            <a:off x="266400" y="1263600"/>
            <a:ext cx="8460000" cy="522000"/>
          </a:xfrm>
          <a:prstGeom prst="rect">
            <a:avLst/>
          </a:prstGeom>
        </p:spPr>
        <p:txBody>
          <a:bodyPr/>
          <a:lstStyle>
            <a:lvl1pPr>
              <a:defRPr sz="2800">
                <a:solidFill>
                  <a:schemeClr val="bg1"/>
                </a:solidFill>
              </a:defRPr>
            </a:lvl1pPr>
          </a:lstStyle>
          <a:p>
            <a:r>
              <a:rPr lang="en-US"/>
              <a:t>Click to edit Master title style</a:t>
            </a:r>
            <a:endParaRPr lang="en-GB" dirty="0"/>
          </a:p>
        </p:txBody>
      </p:sp>
      <p:sp>
        <p:nvSpPr>
          <p:cNvPr id="9" name="TextBox 8">
            <a:extLst>
              <a:ext uri="{FF2B5EF4-FFF2-40B4-BE49-F238E27FC236}">
                <a16:creationId xmlns:a16="http://schemas.microsoft.com/office/drawing/2014/main" id="{7118D4E3-F550-7DFA-7571-EABD5995A56A}"/>
              </a:ext>
            </a:extLst>
          </p:cNvPr>
          <p:cNvSpPr txBox="1"/>
          <p:nvPr userDrawn="1"/>
        </p:nvSpPr>
        <p:spPr>
          <a:xfrm>
            <a:off x="8009371" y="357965"/>
            <a:ext cx="775854" cy="115416"/>
          </a:xfrm>
          <a:prstGeom prst="rect">
            <a:avLst/>
          </a:prstGeom>
          <a:noFill/>
        </p:spPr>
        <p:txBody>
          <a:bodyPr wrap="none" lIns="0" tIns="0" rIns="0" bIns="0" rtlCol="0">
            <a:spAutoFit/>
          </a:bodyPr>
          <a:lstStyle/>
          <a:p>
            <a:pPr algn="r"/>
            <a:r>
              <a:rPr lang="en-US" sz="750" b="1" dirty="0">
                <a:solidFill>
                  <a:schemeClr val="bg1"/>
                </a:solidFill>
              </a:rPr>
              <a:t>ABERDEEN 2040</a:t>
            </a:r>
            <a:endParaRPr lang="en-US" sz="750" dirty="0">
              <a:solidFill>
                <a:schemeClr val="bg1"/>
              </a:solidFill>
            </a:endParaRPr>
          </a:p>
        </p:txBody>
      </p:sp>
      <p:sp>
        <p:nvSpPr>
          <p:cNvPr id="11" name="Content Placeholder 10">
            <a:extLst>
              <a:ext uri="{FF2B5EF4-FFF2-40B4-BE49-F238E27FC236}">
                <a16:creationId xmlns:a16="http://schemas.microsoft.com/office/drawing/2014/main" id="{C1AAC645-401E-7009-8C0D-23D7D79235DD}"/>
              </a:ext>
            </a:extLst>
          </p:cNvPr>
          <p:cNvSpPr>
            <a:spLocks noGrp="1"/>
          </p:cNvSpPr>
          <p:nvPr>
            <p:ph sz="quarter" idx="13"/>
          </p:nvPr>
        </p:nvSpPr>
        <p:spPr>
          <a:xfrm>
            <a:off x="266700" y="1836000"/>
            <a:ext cx="8459788" cy="2499463"/>
          </a:xfrm>
          <a:prstGeom prst="rect">
            <a:avLst/>
          </a:prstGeom>
        </p:spPr>
        <p:txBody>
          <a:bodyPr/>
          <a:lstStyle>
            <a:lvl1pPr marL="0" indent="0">
              <a:buFont typeface="Arial" panose="020B0604020202020204" pitchFamily="34" charset="0"/>
              <a:buNone/>
              <a:defRPr/>
            </a:lvl1pPr>
            <a:lvl2pPr marL="357188" indent="-177800">
              <a:buClr>
                <a:schemeClr val="bg1"/>
              </a:buClr>
              <a:buFont typeface="Arial" panose="020B0604020202020204" pitchFamily="34" charset="0"/>
              <a:buChar char="̶"/>
              <a:defRPr/>
            </a:lvl2pPr>
            <a:lvl3pPr marL="538163" indent="-180975">
              <a:buFont typeface="Wingdings" panose="05000000000000000000" pitchFamily="2" charset="2"/>
              <a:buChar char="§"/>
              <a:tabLst/>
              <a:defRPr/>
            </a:lvl3pPr>
            <a:lvl4pPr marL="717550" indent="-182563">
              <a:buClr>
                <a:schemeClr val="bg1"/>
              </a:buClr>
              <a:buFont typeface="Arial" panose="020B0604020202020204" pitchFamily="34" charset="0"/>
              <a:buChar char="•"/>
              <a:defRPr sz="1400"/>
            </a:lvl4pPr>
            <a:lvl5pPr marL="896938" indent="-174625">
              <a:buFont typeface="Arial" panose="020B0604020202020204" pitchFamily="34" charset="0"/>
              <a:buChar char="̵"/>
              <a:defRPr sz="1400"/>
            </a:lvl5pPr>
          </a:lstStyle>
          <a:p>
            <a:pPr lvl="0"/>
            <a:r>
              <a:rPr lang="en-US"/>
              <a:t>Click to edit Master text styles</a:t>
            </a:r>
          </a:p>
        </p:txBody>
      </p:sp>
      <p:pic>
        <p:nvPicPr>
          <p:cNvPr id="3" name="Logo">
            <a:extLst>
              <a:ext uri="{FF2B5EF4-FFF2-40B4-BE49-F238E27FC236}">
                <a16:creationId xmlns:a16="http://schemas.microsoft.com/office/drawing/2014/main" id="{780CDC9B-EB6D-C9B3-034D-208F141EB5D3}"/>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bwMode="black">
          <a:xfrm>
            <a:off x="327214" y="4410406"/>
            <a:ext cx="1440000" cy="395077"/>
          </a:xfrm>
          <a:prstGeom prst="rect">
            <a:avLst/>
          </a:prstGeom>
        </p:spPr>
      </p:pic>
    </p:spTree>
    <p:extLst>
      <p:ext uri="{BB962C8B-B14F-4D97-AF65-F5344CB8AC3E}">
        <p14:creationId xmlns:p14="http://schemas.microsoft.com/office/powerpoint/2010/main" val="2265543029"/>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Light Pink Background Single Header 1 1 1" preserve="1" userDrawn="1">
  <p:cSld name="Title and text 1">
    <p:spTree>
      <p:nvGrpSpPr>
        <p:cNvPr id="1" name="Shape 117"/>
        <p:cNvGrpSpPr/>
        <p:nvPr/>
      </p:nvGrpSpPr>
      <p:grpSpPr>
        <a:xfrm>
          <a:off x="0" y="0"/>
          <a:ext cx="0" cy="0"/>
          <a:chOff x="0" y="0"/>
          <a:chExt cx="0" cy="0"/>
        </a:xfrm>
      </p:grpSpPr>
      <p:pic>
        <p:nvPicPr>
          <p:cNvPr id="6" name="Picture 5">
            <a:extLst>
              <a:ext uri="{FF2B5EF4-FFF2-40B4-BE49-F238E27FC236}">
                <a16:creationId xmlns:a16="http://schemas.microsoft.com/office/drawing/2014/main" id="{5E444CFB-1080-57CE-5FA1-6EEF2C5BBC56}"/>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bwMode="hidden">
          <a:xfrm>
            <a:off x="5287697" y="-801"/>
            <a:ext cx="3859102" cy="1707028"/>
          </a:xfrm>
          <a:prstGeom prst="rect">
            <a:avLst/>
          </a:prstGeom>
        </p:spPr>
      </p:pic>
      <p:sp>
        <p:nvSpPr>
          <p:cNvPr id="3" name="Title 2">
            <a:extLst>
              <a:ext uri="{FF2B5EF4-FFF2-40B4-BE49-F238E27FC236}">
                <a16:creationId xmlns:a16="http://schemas.microsoft.com/office/drawing/2014/main" id="{73E2E7D7-7731-E886-16C1-EDF529C97558}"/>
              </a:ext>
            </a:extLst>
          </p:cNvPr>
          <p:cNvSpPr>
            <a:spLocks noGrp="1"/>
          </p:cNvSpPr>
          <p:nvPr>
            <p:ph type="title"/>
          </p:nvPr>
        </p:nvSpPr>
        <p:spPr>
          <a:xfrm>
            <a:off x="266400" y="1263600"/>
            <a:ext cx="8460000" cy="522000"/>
          </a:xfrm>
          <a:prstGeom prst="rect">
            <a:avLst/>
          </a:prstGeom>
        </p:spPr>
        <p:txBody>
          <a:bodyPr/>
          <a:lstStyle>
            <a:lvl1pPr>
              <a:defRPr sz="2800">
                <a:solidFill>
                  <a:schemeClr val="bg1"/>
                </a:solidFill>
              </a:defRPr>
            </a:lvl1pPr>
          </a:lstStyle>
          <a:p>
            <a:r>
              <a:rPr lang="en-US"/>
              <a:t>Click to edit Master title style</a:t>
            </a:r>
            <a:endParaRPr lang="en-GB" dirty="0"/>
          </a:p>
        </p:txBody>
      </p:sp>
      <p:sp>
        <p:nvSpPr>
          <p:cNvPr id="11" name="Content Placeholder 10">
            <a:extLst>
              <a:ext uri="{FF2B5EF4-FFF2-40B4-BE49-F238E27FC236}">
                <a16:creationId xmlns:a16="http://schemas.microsoft.com/office/drawing/2014/main" id="{D88E5133-98E3-CBF4-0882-907280A35EDE}"/>
              </a:ext>
            </a:extLst>
          </p:cNvPr>
          <p:cNvSpPr>
            <a:spLocks noGrp="1"/>
          </p:cNvSpPr>
          <p:nvPr>
            <p:ph sz="quarter" idx="14"/>
          </p:nvPr>
        </p:nvSpPr>
        <p:spPr>
          <a:xfrm>
            <a:off x="266700" y="1836738"/>
            <a:ext cx="8459788" cy="2498725"/>
          </a:xfrm>
          <a:prstGeom prst="rect">
            <a:avLst/>
          </a:prstGeom>
        </p:spPr>
        <p:txBody>
          <a:bodyPr/>
          <a:lstStyle>
            <a:lvl1pPr marL="0" indent="0">
              <a:buFont typeface="Arial" panose="020B0604020202020204" pitchFamily="34" charset="0"/>
              <a:buNone/>
              <a:defRPr/>
            </a:lvl1pPr>
            <a:lvl2pPr marL="358775" indent="-182563">
              <a:buClr>
                <a:schemeClr val="bg1"/>
              </a:buClr>
              <a:buFont typeface="Arial" panose="020B0604020202020204" pitchFamily="34" charset="0"/>
              <a:buChar char="̶"/>
              <a:defRPr/>
            </a:lvl2pPr>
            <a:lvl3pPr marL="541338" indent="-174625">
              <a:buFont typeface="Wingdings" panose="05000000000000000000" pitchFamily="2" charset="2"/>
              <a:buChar char="§"/>
              <a:defRPr sz="1400"/>
            </a:lvl3pPr>
            <a:lvl4pPr marL="715963" indent="-176213">
              <a:buClr>
                <a:schemeClr val="bg1"/>
              </a:buClr>
              <a:buFont typeface="Arial" panose="020B0604020202020204" pitchFamily="34" charset="0"/>
              <a:buChar char="•"/>
              <a:defRPr sz="1400"/>
            </a:lvl4pPr>
            <a:lvl5pPr marL="898525" indent="-174625">
              <a:buFont typeface="Arial" panose="020B0604020202020204" pitchFamily="34" charset="0"/>
              <a:buChar char="̵"/>
              <a:defRPr sz="1400"/>
            </a:lvl5pPr>
          </a:lstStyle>
          <a:p>
            <a:pPr lvl="0"/>
            <a:r>
              <a:rPr lang="en-US"/>
              <a:t>Click to edit Master text styles</a:t>
            </a:r>
          </a:p>
        </p:txBody>
      </p:sp>
      <p:pic>
        <p:nvPicPr>
          <p:cNvPr id="4" name="Logo">
            <a:extLst>
              <a:ext uri="{FF2B5EF4-FFF2-40B4-BE49-F238E27FC236}">
                <a16:creationId xmlns:a16="http://schemas.microsoft.com/office/drawing/2014/main" id="{99D3C246-56E9-FF4D-E6E9-E324FFBEE5D2}"/>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black">
          <a:xfrm>
            <a:off x="327214" y="4410406"/>
            <a:ext cx="1440000" cy="395077"/>
          </a:xfrm>
          <a:prstGeom prst="rect">
            <a:avLst/>
          </a:prstGeom>
        </p:spPr>
      </p:pic>
    </p:spTree>
    <p:extLst>
      <p:ext uri="{BB962C8B-B14F-4D97-AF65-F5344CB8AC3E}">
        <p14:creationId xmlns:p14="http://schemas.microsoft.com/office/powerpoint/2010/main" val="1045481693"/>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Gold title, sub, text 1">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8051971F-2BA7-CA3C-16A0-A86A8CE51439}"/>
              </a:ext>
            </a:extLst>
          </p:cNvPr>
          <p:cNvSpPr>
            <a:spLocks noGrp="1"/>
          </p:cNvSpPr>
          <p:nvPr>
            <p:ph type="title"/>
          </p:nvPr>
        </p:nvSpPr>
        <p:spPr>
          <a:xfrm>
            <a:off x="288000" y="1263600"/>
            <a:ext cx="3110400" cy="817200"/>
          </a:xfrm>
          <a:prstGeom prst="rect">
            <a:avLst/>
          </a:prstGeom>
        </p:spPr>
        <p:txBody>
          <a:bodyPr>
            <a:noAutofit/>
          </a:bodyPr>
          <a:lstStyle>
            <a:lvl1pPr>
              <a:defRPr sz="2400">
                <a:solidFill>
                  <a:srgbClr val="FBCB3B"/>
                </a:solidFill>
              </a:defRPr>
            </a:lvl1pPr>
          </a:lstStyle>
          <a:p>
            <a:r>
              <a:rPr lang="en-US"/>
              <a:t>Click to edit Master title style</a:t>
            </a:r>
            <a:endParaRPr lang="en-GB" dirty="0"/>
          </a:p>
        </p:txBody>
      </p:sp>
      <p:sp>
        <p:nvSpPr>
          <p:cNvPr id="9" name="Text Placeholder 8">
            <a:extLst>
              <a:ext uri="{FF2B5EF4-FFF2-40B4-BE49-F238E27FC236}">
                <a16:creationId xmlns:a16="http://schemas.microsoft.com/office/drawing/2014/main" id="{B3713DE3-3428-0646-43D0-8154932D7DF8}"/>
              </a:ext>
            </a:extLst>
          </p:cNvPr>
          <p:cNvSpPr>
            <a:spLocks noGrp="1"/>
          </p:cNvSpPr>
          <p:nvPr>
            <p:ph type="body" sz="quarter" idx="11"/>
          </p:nvPr>
        </p:nvSpPr>
        <p:spPr>
          <a:xfrm>
            <a:off x="287338" y="2176463"/>
            <a:ext cx="3108325" cy="1376362"/>
          </a:xfrm>
          <a:prstGeom prst="rect">
            <a:avLst/>
          </a:prstGeom>
        </p:spPr>
        <p:txBody>
          <a:bodyPr/>
          <a:lstStyle>
            <a:lvl1pPr marL="0" indent="0">
              <a:buNone/>
              <a:defRPr sz="1800">
                <a:solidFill>
                  <a:schemeClr val="bg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0" name="Content Placeholder 9">
            <a:extLst>
              <a:ext uri="{FF2B5EF4-FFF2-40B4-BE49-F238E27FC236}">
                <a16:creationId xmlns:a16="http://schemas.microsoft.com/office/drawing/2014/main" id="{8F9C37C9-EB7B-4D4C-3A41-0B2319160497}"/>
              </a:ext>
            </a:extLst>
          </p:cNvPr>
          <p:cNvSpPr>
            <a:spLocks noGrp="1"/>
          </p:cNvSpPr>
          <p:nvPr>
            <p:ph sz="quarter" idx="13"/>
          </p:nvPr>
        </p:nvSpPr>
        <p:spPr>
          <a:xfrm>
            <a:off x="3719513" y="1263600"/>
            <a:ext cx="4276725" cy="3435350"/>
          </a:xfrm>
        </p:spPr>
        <p:txBody>
          <a:bodyPr/>
          <a:lstStyle>
            <a:lvl1pPr marL="0" indent="0">
              <a:buClr>
                <a:schemeClr val="accent1"/>
              </a:buClr>
              <a:buFont typeface="Arial" panose="020B0604020202020204" pitchFamily="34" charset="0"/>
              <a:buNone/>
              <a:defRPr/>
            </a:lvl1pPr>
            <a:lvl2pPr marL="357188" indent="-177800">
              <a:buClr>
                <a:schemeClr val="accent1"/>
              </a:buClr>
              <a:buFont typeface="Arial" panose="020B0604020202020204" pitchFamily="34" charset="0"/>
              <a:buChar char="̶"/>
              <a:defRPr/>
            </a:lvl2pPr>
            <a:lvl3pPr marL="538163" indent="-180975">
              <a:buClr>
                <a:schemeClr val="accent1"/>
              </a:buClr>
              <a:buFont typeface="Wingdings" panose="05000000000000000000" pitchFamily="2" charset="2"/>
              <a:buChar char="§"/>
              <a:defRPr/>
            </a:lvl3pPr>
            <a:lvl4pPr marL="717550" indent="-179388">
              <a:buClr>
                <a:schemeClr val="accent1"/>
              </a:buClr>
              <a:buFont typeface="Arial" panose="020B0604020202020204" pitchFamily="34" charset="0"/>
              <a:buChar char="•"/>
              <a:defRPr/>
            </a:lvl4pPr>
            <a:lvl5pPr marL="896938" indent="-179388">
              <a:buClr>
                <a:schemeClr val="accent1"/>
              </a:buClr>
              <a:buFont typeface="Arial" panose="020B0604020202020204" pitchFamily="34" charset="0"/>
              <a:buChar char="̵"/>
              <a:defRPr/>
            </a:lvl5pPr>
          </a:lstStyle>
          <a:p>
            <a:pPr lvl="0"/>
            <a:r>
              <a:rPr lang="en-US"/>
              <a:t>Click to edit Master text styles</a:t>
            </a:r>
          </a:p>
        </p:txBody>
      </p:sp>
      <p:pic>
        <p:nvPicPr>
          <p:cNvPr id="3" name="Logo">
            <a:extLst>
              <a:ext uri="{FF2B5EF4-FFF2-40B4-BE49-F238E27FC236}">
                <a16:creationId xmlns:a16="http://schemas.microsoft.com/office/drawing/2014/main" id="{BFF98C5A-1734-213C-CE2B-C3B9465682A6}"/>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bwMode="black">
          <a:xfrm>
            <a:off x="327214" y="4410406"/>
            <a:ext cx="1440000" cy="395077"/>
          </a:xfrm>
          <a:prstGeom prst="rect">
            <a:avLst/>
          </a:prstGeom>
        </p:spPr>
      </p:pic>
    </p:spTree>
    <p:extLst>
      <p:ext uri="{BB962C8B-B14F-4D97-AF65-F5344CB8AC3E}">
        <p14:creationId xmlns:p14="http://schemas.microsoft.com/office/powerpoint/2010/main" val="532009774"/>
      </p:ext>
    </p:extLst>
  </p:cSld>
  <p:clrMapOvr>
    <a:masterClrMapping/>
  </p:clrMapOvr>
  <p:extLst>
    <p:ext uri="{DCECCB84-F9BA-43D5-87BE-67443E8EF086}">
      <p15:sldGuideLst xmlns:p15="http://schemas.microsoft.com/office/powerpoint/2012/main">
        <p15:guide id="1" orient="horz" pos="282" userDrawn="1">
          <p15:clr>
            <a:srgbClr val="FBAE40"/>
          </p15:clr>
        </p15:guide>
        <p15:guide id="2" pos="204" userDrawn="1">
          <p15:clr>
            <a:srgbClr val="FBAE40"/>
          </p15:clr>
        </p15:guide>
        <p15:guide id="3" orient="horz" pos="3026" userDrawn="1">
          <p15:clr>
            <a:srgbClr val="FBAE40"/>
          </p15:clr>
        </p15:guide>
        <p15:guide id="4" pos="5534"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ink title, sub, text 2">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8051971F-2BA7-CA3C-16A0-A86A8CE51439}"/>
              </a:ext>
            </a:extLst>
          </p:cNvPr>
          <p:cNvSpPr>
            <a:spLocks noGrp="1"/>
          </p:cNvSpPr>
          <p:nvPr>
            <p:ph type="title"/>
          </p:nvPr>
        </p:nvSpPr>
        <p:spPr>
          <a:xfrm>
            <a:off x="288000" y="1263600"/>
            <a:ext cx="3110400" cy="817200"/>
          </a:xfrm>
          <a:prstGeom prst="rect">
            <a:avLst/>
          </a:prstGeom>
        </p:spPr>
        <p:txBody>
          <a:bodyPr/>
          <a:lstStyle>
            <a:lvl1pPr>
              <a:defRPr lang="en-GB" sz="2400" b="0" i="0" u="none" strike="noStrike" cap="none" dirty="0">
                <a:solidFill>
                  <a:srgbClr val="F261B4"/>
                </a:solidFill>
                <a:latin typeface="Arial" panose="020B0604020202020204" pitchFamily="34" charset="0"/>
                <a:ea typeface="Navigo" panose="02070503070706040303" pitchFamily="18" charset="77"/>
                <a:cs typeface="Arial" panose="020B0604020202020204" pitchFamily="34" charset="0"/>
                <a:sym typeface="Montserrat"/>
              </a:defRPr>
            </a:lvl1pPr>
          </a:lstStyle>
          <a:p>
            <a:r>
              <a:rPr lang="en-US"/>
              <a:t>Click to edit Master title style</a:t>
            </a:r>
            <a:endParaRPr lang="en-GB" dirty="0"/>
          </a:p>
        </p:txBody>
      </p:sp>
      <p:sp>
        <p:nvSpPr>
          <p:cNvPr id="9" name="Text Placeholder 8">
            <a:extLst>
              <a:ext uri="{FF2B5EF4-FFF2-40B4-BE49-F238E27FC236}">
                <a16:creationId xmlns:a16="http://schemas.microsoft.com/office/drawing/2014/main" id="{B3713DE3-3428-0646-43D0-8154932D7DF8}"/>
              </a:ext>
            </a:extLst>
          </p:cNvPr>
          <p:cNvSpPr>
            <a:spLocks noGrp="1"/>
          </p:cNvSpPr>
          <p:nvPr>
            <p:ph type="body" sz="quarter" idx="11"/>
          </p:nvPr>
        </p:nvSpPr>
        <p:spPr>
          <a:xfrm>
            <a:off x="287338" y="2176463"/>
            <a:ext cx="3108325" cy="1376362"/>
          </a:xfrm>
          <a:prstGeom prst="rect">
            <a:avLst/>
          </a:prstGeom>
        </p:spPr>
        <p:txBody>
          <a:bodyPr/>
          <a:lstStyle>
            <a:lvl1pPr marL="0" indent="0">
              <a:buNone/>
              <a:defRPr sz="1800">
                <a:solidFill>
                  <a:schemeClr val="bg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6" name="Content Placeholder 5">
            <a:extLst>
              <a:ext uri="{FF2B5EF4-FFF2-40B4-BE49-F238E27FC236}">
                <a16:creationId xmlns:a16="http://schemas.microsoft.com/office/drawing/2014/main" id="{68B1881E-1CD9-81E9-E8FA-7916DE9ECD8E}"/>
              </a:ext>
            </a:extLst>
          </p:cNvPr>
          <p:cNvSpPr>
            <a:spLocks noGrp="1"/>
          </p:cNvSpPr>
          <p:nvPr>
            <p:ph sz="quarter" idx="13"/>
          </p:nvPr>
        </p:nvSpPr>
        <p:spPr>
          <a:xfrm>
            <a:off x="3719513" y="1263650"/>
            <a:ext cx="4276725" cy="3435350"/>
          </a:xfrm>
        </p:spPr>
        <p:txBody>
          <a:bodyPr/>
          <a:lstStyle>
            <a:lvl1pPr marL="0" indent="0">
              <a:buClr>
                <a:schemeClr val="accent2"/>
              </a:buClr>
              <a:buFont typeface="Arial" panose="020B0604020202020204" pitchFamily="34" charset="0"/>
              <a:buNone/>
              <a:defRPr/>
            </a:lvl1pPr>
            <a:lvl2pPr marL="357188" indent="-177800">
              <a:buClr>
                <a:schemeClr val="accent2"/>
              </a:buClr>
              <a:defRPr/>
            </a:lvl2pPr>
            <a:lvl3pPr marL="538163" indent="-180975">
              <a:buClr>
                <a:schemeClr val="accent2"/>
              </a:buClr>
              <a:defRPr/>
            </a:lvl3pPr>
            <a:lvl4pPr marL="717550" indent="-182563">
              <a:buClr>
                <a:schemeClr val="accent2"/>
              </a:buClr>
              <a:defRPr/>
            </a:lvl4pPr>
            <a:lvl5pPr marL="896938" indent="-176213">
              <a:buClr>
                <a:schemeClr val="accent2"/>
              </a:buClr>
              <a:tabLst/>
              <a:defRPr/>
            </a:lvl5pPr>
            <a:lvl6pPr>
              <a:defRPr/>
            </a:lvl6pPr>
          </a:lstStyle>
          <a:p>
            <a:pPr lvl="0"/>
            <a:r>
              <a:rPr lang="en-US"/>
              <a:t>Click to edit Master text styles</a:t>
            </a:r>
          </a:p>
        </p:txBody>
      </p:sp>
      <p:pic>
        <p:nvPicPr>
          <p:cNvPr id="3" name="Logo">
            <a:extLst>
              <a:ext uri="{FF2B5EF4-FFF2-40B4-BE49-F238E27FC236}">
                <a16:creationId xmlns:a16="http://schemas.microsoft.com/office/drawing/2014/main" id="{E105CE6B-E97A-78A3-BBC0-DED377FF6537}"/>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bwMode="black">
          <a:xfrm>
            <a:off x="327214" y="4410406"/>
            <a:ext cx="1440000" cy="395077"/>
          </a:xfrm>
          <a:prstGeom prst="rect">
            <a:avLst/>
          </a:prstGeom>
        </p:spPr>
      </p:pic>
    </p:spTree>
    <p:extLst>
      <p:ext uri="{BB962C8B-B14F-4D97-AF65-F5344CB8AC3E}">
        <p14:creationId xmlns:p14="http://schemas.microsoft.com/office/powerpoint/2010/main" val="3553846987"/>
      </p:ext>
    </p:extLst>
  </p:cSld>
  <p:clrMapOvr>
    <a:masterClrMapping/>
  </p:clrMapOvr>
  <p:extLst>
    <p:ext uri="{DCECCB84-F9BA-43D5-87BE-67443E8EF086}">
      <p15:sldGuideLst xmlns:p15="http://schemas.microsoft.com/office/powerpoint/2012/main">
        <p15:guide id="1" orient="horz" pos="282" userDrawn="1">
          <p15:clr>
            <a:srgbClr val="FBAE40"/>
          </p15:clr>
        </p15:guide>
        <p15:guide id="2" pos="204" userDrawn="1">
          <p15:clr>
            <a:srgbClr val="FBAE40"/>
          </p15:clr>
        </p15:guide>
        <p15:guide id="3" orient="horz" pos="3026" userDrawn="1">
          <p15:clr>
            <a:srgbClr val="FBAE40"/>
          </p15:clr>
        </p15:guide>
        <p15:guide id="4" pos="5534"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Mint title, sub, text 3">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8051971F-2BA7-CA3C-16A0-A86A8CE51439}"/>
              </a:ext>
            </a:extLst>
          </p:cNvPr>
          <p:cNvSpPr>
            <a:spLocks noGrp="1"/>
          </p:cNvSpPr>
          <p:nvPr>
            <p:ph type="title"/>
          </p:nvPr>
        </p:nvSpPr>
        <p:spPr>
          <a:xfrm>
            <a:off x="288000" y="1263600"/>
            <a:ext cx="3110400" cy="817200"/>
          </a:xfrm>
          <a:prstGeom prst="rect">
            <a:avLst/>
          </a:prstGeom>
        </p:spPr>
        <p:txBody>
          <a:bodyPr/>
          <a:lstStyle>
            <a:lvl1pPr>
              <a:defRPr lang="en-GB" sz="2400" b="0" i="0" u="none" strike="noStrike" cap="none" dirty="0">
                <a:solidFill>
                  <a:srgbClr val="75E0AA"/>
                </a:solidFill>
                <a:latin typeface="Arial" panose="020B0604020202020204" pitchFamily="34" charset="0"/>
                <a:ea typeface="Navigo" panose="02070503070706040303" pitchFamily="18" charset="77"/>
                <a:cs typeface="Arial" panose="020B0604020202020204" pitchFamily="34" charset="0"/>
                <a:sym typeface="Montserrat"/>
              </a:defRPr>
            </a:lvl1pPr>
          </a:lstStyle>
          <a:p>
            <a:r>
              <a:rPr lang="en-US"/>
              <a:t>Click to edit Master title style</a:t>
            </a:r>
            <a:endParaRPr lang="en-GB" dirty="0"/>
          </a:p>
        </p:txBody>
      </p:sp>
      <p:sp>
        <p:nvSpPr>
          <p:cNvPr id="9" name="Text Placeholder 8">
            <a:extLst>
              <a:ext uri="{FF2B5EF4-FFF2-40B4-BE49-F238E27FC236}">
                <a16:creationId xmlns:a16="http://schemas.microsoft.com/office/drawing/2014/main" id="{B3713DE3-3428-0646-43D0-8154932D7DF8}"/>
              </a:ext>
            </a:extLst>
          </p:cNvPr>
          <p:cNvSpPr>
            <a:spLocks noGrp="1"/>
          </p:cNvSpPr>
          <p:nvPr>
            <p:ph type="body" sz="quarter" idx="11"/>
          </p:nvPr>
        </p:nvSpPr>
        <p:spPr>
          <a:xfrm>
            <a:off x="287338" y="2176463"/>
            <a:ext cx="3108325" cy="1376362"/>
          </a:xfrm>
          <a:prstGeom prst="rect">
            <a:avLst/>
          </a:prstGeom>
        </p:spPr>
        <p:txBody>
          <a:bodyPr/>
          <a:lstStyle>
            <a:lvl1pPr marL="0" indent="0">
              <a:buNone/>
              <a:defRPr sz="1800">
                <a:solidFill>
                  <a:schemeClr val="bg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6" name="Content Placeholder 5">
            <a:extLst>
              <a:ext uri="{FF2B5EF4-FFF2-40B4-BE49-F238E27FC236}">
                <a16:creationId xmlns:a16="http://schemas.microsoft.com/office/drawing/2014/main" id="{6E64ED18-BDB0-0366-1581-5BFF03EEB58C}"/>
              </a:ext>
            </a:extLst>
          </p:cNvPr>
          <p:cNvSpPr>
            <a:spLocks noGrp="1"/>
          </p:cNvSpPr>
          <p:nvPr>
            <p:ph sz="quarter" idx="13"/>
          </p:nvPr>
        </p:nvSpPr>
        <p:spPr>
          <a:xfrm>
            <a:off x="3719513" y="1263650"/>
            <a:ext cx="4276725" cy="3435350"/>
          </a:xfrm>
          <a:prstGeom prst="rect">
            <a:avLst/>
          </a:prstGeom>
        </p:spPr>
        <p:txBody>
          <a:bodyPr/>
          <a:lstStyle>
            <a:lvl1pPr marL="0" indent="0">
              <a:buClr>
                <a:schemeClr val="accent3"/>
              </a:buClr>
              <a:buFont typeface="Arial" panose="020B0604020202020204" pitchFamily="34" charset="0"/>
              <a:buNone/>
              <a:defRPr/>
            </a:lvl1pPr>
            <a:lvl2pPr marL="357188" indent="-182563">
              <a:buClr>
                <a:schemeClr val="accent3"/>
              </a:buClr>
              <a:defRPr/>
            </a:lvl2pPr>
            <a:lvl3pPr marL="538163" indent="-180975">
              <a:buClr>
                <a:schemeClr val="accent3"/>
              </a:buClr>
              <a:defRPr/>
            </a:lvl3pPr>
            <a:lvl4pPr marL="717550" indent="-182563">
              <a:buClr>
                <a:schemeClr val="accent3"/>
              </a:buClr>
              <a:buFont typeface="Arial" panose="020B0604020202020204" pitchFamily="34" charset="0"/>
              <a:buChar char="•"/>
              <a:defRPr/>
            </a:lvl4pPr>
            <a:lvl5pPr marL="896938" indent="-176213">
              <a:buClr>
                <a:schemeClr val="accent3"/>
              </a:buClr>
              <a:buFont typeface="Arial" panose="020B0604020202020204" pitchFamily="34" charset="0"/>
              <a:buChar char="̵"/>
              <a:defRPr/>
            </a:lvl5pPr>
          </a:lstStyle>
          <a:p>
            <a:pPr lvl="0"/>
            <a:r>
              <a:rPr lang="en-US"/>
              <a:t>Click to edit Master text styles</a:t>
            </a:r>
          </a:p>
        </p:txBody>
      </p:sp>
      <p:pic>
        <p:nvPicPr>
          <p:cNvPr id="3" name="Logo">
            <a:extLst>
              <a:ext uri="{FF2B5EF4-FFF2-40B4-BE49-F238E27FC236}">
                <a16:creationId xmlns:a16="http://schemas.microsoft.com/office/drawing/2014/main" id="{A8652298-1AF3-DB25-1733-23E67FCC5C5D}"/>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bwMode="black">
          <a:xfrm>
            <a:off x="327214" y="4410406"/>
            <a:ext cx="1440000" cy="395077"/>
          </a:xfrm>
          <a:prstGeom prst="rect">
            <a:avLst/>
          </a:prstGeom>
        </p:spPr>
      </p:pic>
    </p:spTree>
    <p:extLst>
      <p:ext uri="{BB962C8B-B14F-4D97-AF65-F5344CB8AC3E}">
        <p14:creationId xmlns:p14="http://schemas.microsoft.com/office/powerpoint/2010/main" val="2634634652"/>
      </p:ext>
    </p:extLst>
  </p:cSld>
  <p:clrMapOvr>
    <a:masterClrMapping/>
  </p:clrMapOvr>
  <p:extLst>
    <p:ext uri="{DCECCB84-F9BA-43D5-87BE-67443E8EF086}">
      <p15:sldGuideLst xmlns:p15="http://schemas.microsoft.com/office/powerpoint/2012/main">
        <p15:guide id="1" orient="horz" pos="282" userDrawn="1">
          <p15:clr>
            <a:srgbClr val="FBAE40"/>
          </p15:clr>
        </p15:guide>
        <p15:guide id="2" pos="204" userDrawn="1">
          <p15:clr>
            <a:srgbClr val="FBAE40"/>
          </p15:clr>
        </p15:guide>
        <p15:guide id="3" orient="horz" pos="3026" userDrawn="1">
          <p15:clr>
            <a:srgbClr val="FBAE40"/>
          </p15:clr>
        </p15:guide>
        <p15:guide id="4" pos="5534"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Orange title, sub, text 4">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8051971F-2BA7-CA3C-16A0-A86A8CE51439}"/>
              </a:ext>
            </a:extLst>
          </p:cNvPr>
          <p:cNvSpPr>
            <a:spLocks noGrp="1"/>
          </p:cNvSpPr>
          <p:nvPr>
            <p:ph type="title"/>
          </p:nvPr>
        </p:nvSpPr>
        <p:spPr>
          <a:xfrm>
            <a:off x="288000" y="1263600"/>
            <a:ext cx="3110400" cy="817200"/>
          </a:xfrm>
          <a:prstGeom prst="rect">
            <a:avLst/>
          </a:prstGeom>
        </p:spPr>
        <p:txBody>
          <a:bodyPr/>
          <a:lstStyle>
            <a:lvl1pPr>
              <a:defRPr lang="en-GB" sz="2400" b="0" i="0" u="none" strike="noStrike" cap="none" dirty="0">
                <a:solidFill>
                  <a:srgbClr val="FF8048"/>
                </a:solidFill>
                <a:latin typeface="Arial" panose="020B0604020202020204" pitchFamily="34" charset="0"/>
                <a:ea typeface="Navigo" panose="02070503070706040303" pitchFamily="18" charset="77"/>
                <a:cs typeface="Arial" panose="020B0604020202020204" pitchFamily="34" charset="0"/>
                <a:sym typeface="Montserrat"/>
              </a:defRPr>
            </a:lvl1pPr>
          </a:lstStyle>
          <a:p>
            <a:r>
              <a:rPr lang="en-US"/>
              <a:t>Click to edit Master title style</a:t>
            </a:r>
            <a:endParaRPr lang="en-GB" dirty="0"/>
          </a:p>
        </p:txBody>
      </p:sp>
      <p:sp>
        <p:nvSpPr>
          <p:cNvPr id="9" name="Text Placeholder 8">
            <a:extLst>
              <a:ext uri="{FF2B5EF4-FFF2-40B4-BE49-F238E27FC236}">
                <a16:creationId xmlns:a16="http://schemas.microsoft.com/office/drawing/2014/main" id="{B3713DE3-3428-0646-43D0-8154932D7DF8}"/>
              </a:ext>
            </a:extLst>
          </p:cNvPr>
          <p:cNvSpPr>
            <a:spLocks noGrp="1"/>
          </p:cNvSpPr>
          <p:nvPr>
            <p:ph type="body" sz="quarter" idx="11"/>
          </p:nvPr>
        </p:nvSpPr>
        <p:spPr>
          <a:xfrm>
            <a:off x="287338" y="2176463"/>
            <a:ext cx="3108325" cy="1376362"/>
          </a:xfrm>
          <a:prstGeom prst="rect">
            <a:avLst/>
          </a:prstGeom>
        </p:spPr>
        <p:txBody>
          <a:bodyPr/>
          <a:lstStyle>
            <a:lvl1pPr marL="0" indent="0">
              <a:buNone/>
              <a:defRPr sz="1800">
                <a:solidFill>
                  <a:schemeClr val="bg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5" name="Content Placeholder 4">
            <a:extLst>
              <a:ext uri="{FF2B5EF4-FFF2-40B4-BE49-F238E27FC236}">
                <a16:creationId xmlns:a16="http://schemas.microsoft.com/office/drawing/2014/main" id="{ED47FD8F-E1C6-A81B-5455-444DF6D94176}"/>
              </a:ext>
            </a:extLst>
          </p:cNvPr>
          <p:cNvSpPr>
            <a:spLocks noGrp="1"/>
          </p:cNvSpPr>
          <p:nvPr>
            <p:ph sz="quarter" idx="13"/>
          </p:nvPr>
        </p:nvSpPr>
        <p:spPr>
          <a:xfrm>
            <a:off x="3719513" y="1263650"/>
            <a:ext cx="4276725" cy="3435350"/>
          </a:xfrm>
        </p:spPr>
        <p:txBody>
          <a:bodyPr/>
          <a:lstStyle>
            <a:lvl1pPr marL="0" indent="0">
              <a:buClr>
                <a:schemeClr val="accent4"/>
              </a:buClr>
              <a:buFont typeface="Arial" panose="020B0604020202020204" pitchFamily="34" charset="0"/>
              <a:buNone/>
              <a:defRPr/>
            </a:lvl1pPr>
            <a:lvl2pPr marL="357188" indent="-182563">
              <a:buClr>
                <a:schemeClr val="accent4"/>
              </a:buClr>
              <a:defRPr/>
            </a:lvl2pPr>
            <a:lvl3pPr marL="538163" indent="-174625">
              <a:buClr>
                <a:schemeClr val="accent4"/>
              </a:buClr>
              <a:defRPr/>
            </a:lvl3pPr>
            <a:lvl4pPr marL="717550" indent="-192088">
              <a:buClr>
                <a:schemeClr val="accent4"/>
              </a:buClr>
              <a:buFont typeface="Arial" panose="020B0604020202020204" pitchFamily="34" charset="0"/>
              <a:buChar char="•"/>
              <a:defRPr/>
            </a:lvl4pPr>
            <a:lvl5pPr marL="896938" indent="-176213">
              <a:buClr>
                <a:schemeClr val="accent4"/>
              </a:buClr>
              <a:buFont typeface="Arial" panose="020B0604020202020204" pitchFamily="34" charset="0"/>
              <a:buChar char="̵"/>
              <a:defRPr/>
            </a:lvl5pPr>
          </a:lstStyle>
          <a:p>
            <a:pPr lvl="0"/>
            <a:r>
              <a:rPr lang="en-US"/>
              <a:t>Click to edit Master text styles</a:t>
            </a:r>
          </a:p>
        </p:txBody>
      </p:sp>
      <p:pic>
        <p:nvPicPr>
          <p:cNvPr id="3" name="Logo">
            <a:extLst>
              <a:ext uri="{FF2B5EF4-FFF2-40B4-BE49-F238E27FC236}">
                <a16:creationId xmlns:a16="http://schemas.microsoft.com/office/drawing/2014/main" id="{C6C0C311-DAB9-0285-4446-A40DAF5A02EF}"/>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bwMode="black">
          <a:xfrm>
            <a:off x="327214" y="4410406"/>
            <a:ext cx="1440000" cy="395077"/>
          </a:xfrm>
          <a:prstGeom prst="rect">
            <a:avLst/>
          </a:prstGeom>
        </p:spPr>
      </p:pic>
    </p:spTree>
    <p:extLst>
      <p:ext uri="{BB962C8B-B14F-4D97-AF65-F5344CB8AC3E}">
        <p14:creationId xmlns:p14="http://schemas.microsoft.com/office/powerpoint/2010/main" val="460055105"/>
      </p:ext>
    </p:extLst>
  </p:cSld>
  <p:clrMapOvr>
    <a:masterClrMapping/>
  </p:clrMapOvr>
  <p:extLst>
    <p:ext uri="{DCECCB84-F9BA-43D5-87BE-67443E8EF086}">
      <p15:sldGuideLst xmlns:p15="http://schemas.microsoft.com/office/powerpoint/2012/main">
        <p15:guide id="1" orient="horz" pos="282" userDrawn="1">
          <p15:clr>
            <a:srgbClr val="FBAE40"/>
          </p15:clr>
        </p15:guide>
        <p15:guide id="2" pos="204" userDrawn="1">
          <p15:clr>
            <a:srgbClr val="FBAE40"/>
          </p15:clr>
        </p15:guide>
        <p15:guide id="3" orient="horz" pos="3026" userDrawn="1">
          <p15:clr>
            <a:srgbClr val="FBAE40"/>
          </p15:clr>
        </p15:guide>
        <p15:guide id="4" pos="5534"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Mint on green, title, sub, text 5">
    <p:bg>
      <p:bgPr>
        <a:solidFill>
          <a:srgbClr val="0E434B"/>
        </a:solidFill>
        <a:effectLst/>
      </p:bgPr>
    </p:bg>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1447C827-78C2-899F-482F-9843FCB7955D}"/>
              </a:ext>
            </a:extLst>
          </p:cNvPr>
          <p:cNvSpPr>
            <a:spLocks noGrp="1"/>
          </p:cNvSpPr>
          <p:nvPr>
            <p:ph type="title"/>
          </p:nvPr>
        </p:nvSpPr>
        <p:spPr>
          <a:xfrm>
            <a:off x="288000" y="1263600"/>
            <a:ext cx="3110400" cy="817200"/>
          </a:xfrm>
          <a:prstGeom prst="rect">
            <a:avLst/>
          </a:prstGeom>
        </p:spPr>
        <p:txBody>
          <a:bodyPr>
            <a:noAutofit/>
          </a:bodyPr>
          <a:lstStyle>
            <a:lvl1pPr>
              <a:defRPr sz="2400">
                <a:solidFill>
                  <a:srgbClr val="75E0AA"/>
                </a:solidFill>
              </a:defRPr>
            </a:lvl1pPr>
          </a:lstStyle>
          <a:p>
            <a:r>
              <a:rPr lang="en-US"/>
              <a:t>Click to edit Master title style</a:t>
            </a:r>
            <a:endParaRPr lang="en-GB" dirty="0"/>
          </a:p>
        </p:txBody>
      </p:sp>
      <p:sp>
        <p:nvSpPr>
          <p:cNvPr id="18" name="Text Placeholder 8">
            <a:extLst>
              <a:ext uri="{FF2B5EF4-FFF2-40B4-BE49-F238E27FC236}">
                <a16:creationId xmlns:a16="http://schemas.microsoft.com/office/drawing/2014/main" id="{3E6456A6-F2E3-A7F0-6F11-499BE077885E}"/>
              </a:ext>
            </a:extLst>
          </p:cNvPr>
          <p:cNvSpPr>
            <a:spLocks noGrp="1"/>
          </p:cNvSpPr>
          <p:nvPr>
            <p:ph type="body" sz="quarter" idx="11"/>
          </p:nvPr>
        </p:nvSpPr>
        <p:spPr>
          <a:xfrm>
            <a:off x="287338" y="2176463"/>
            <a:ext cx="3108325" cy="1376362"/>
          </a:xfrm>
          <a:prstGeom prst="rect">
            <a:avLst/>
          </a:prstGeom>
        </p:spPr>
        <p:txBody>
          <a:bodyPr/>
          <a:lstStyle>
            <a:lvl1pPr marL="0" indent="0">
              <a:buNone/>
              <a:defRPr sz="1800">
                <a:solidFill>
                  <a:schemeClr val="bg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7" name="Content Placeholder 6">
            <a:extLst>
              <a:ext uri="{FF2B5EF4-FFF2-40B4-BE49-F238E27FC236}">
                <a16:creationId xmlns:a16="http://schemas.microsoft.com/office/drawing/2014/main" id="{0EE16FB1-A22D-1F18-CDDF-F3D88A3E8BA8}"/>
              </a:ext>
            </a:extLst>
          </p:cNvPr>
          <p:cNvSpPr>
            <a:spLocks noGrp="1"/>
          </p:cNvSpPr>
          <p:nvPr>
            <p:ph sz="quarter" idx="13"/>
          </p:nvPr>
        </p:nvSpPr>
        <p:spPr>
          <a:xfrm>
            <a:off x="3719513" y="1263650"/>
            <a:ext cx="4276725" cy="3435350"/>
          </a:xfrm>
        </p:spPr>
        <p:txBody>
          <a:bodyPr/>
          <a:lstStyle>
            <a:lvl1pPr marL="0" indent="0">
              <a:buClr>
                <a:schemeClr val="accent3"/>
              </a:buClr>
              <a:buFont typeface="Arial" panose="020B0604020202020204" pitchFamily="34" charset="0"/>
              <a:buNone/>
              <a:defRPr/>
            </a:lvl1pPr>
            <a:lvl2pPr marL="357188" indent="-182563">
              <a:buClr>
                <a:schemeClr val="accent3"/>
              </a:buClr>
              <a:defRPr/>
            </a:lvl2pPr>
            <a:lvl3pPr marL="538163" indent="-174625">
              <a:buClr>
                <a:schemeClr val="accent3"/>
              </a:buClr>
              <a:defRPr/>
            </a:lvl3pPr>
            <a:lvl4pPr marL="717550" indent="-182563">
              <a:buClr>
                <a:schemeClr val="accent3"/>
              </a:buClr>
              <a:buFont typeface="Arial" panose="020B0604020202020204" pitchFamily="34" charset="0"/>
              <a:buChar char="•"/>
              <a:defRPr/>
            </a:lvl4pPr>
            <a:lvl5pPr marL="896938" indent="-176213">
              <a:buClr>
                <a:schemeClr val="accent3"/>
              </a:buClr>
              <a:buFont typeface="Arial" panose="020B0604020202020204" pitchFamily="34" charset="0"/>
              <a:buChar char="̵"/>
              <a:defRPr/>
            </a:lvl5pPr>
          </a:lstStyle>
          <a:p>
            <a:pPr lvl="0"/>
            <a:r>
              <a:rPr lang="en-US"/>
              <a:t>Click to edit Master text styles</a:t>
            </a:r>
          </a:p>
        </p:txBody>
      </p:sp>
      <p:pic>
        <p:nvPicPr>
          <p:cNvPr id="5" name="Logo">
            <a:extLst>
              <a:ext uri="{FF2B5EF4-FFF2-40B4-BE49-F238E27FC236}">
                <a16:creationId xmlns:a16="http://schemas.microsoft.com/office/drawing/2014/main" id="{2EB6A19E-A28F-00E4-7C51-2170BBA9BF69}"/>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bwMode="black">
          <a:xfrm>
            <a:off x="327214" y="4410406"/>
            <a:ext cx="1440000" cy="395077"/>
          </a:xfrm>
          <a:prstGeom prst="rect">
            <a:avLst/>
          </a:prstGeom>
        </p:spPr>
      </p:pic>
    </p:spTree>
    <p:extLst>
      <p:ext uri="{BB962C8B-B14F-4D97-AF65-F5344CB8AC3E}">
        <p14:creationId xmlns:p14="http://schemas.microsoft.com/office/powerpoint/2010/main" val="252080504"/>
      </p:ext>
    </p:extLst>
  </p:cSld>
  <p:clrMapOvr>
    <a:masterClrMapping/>
  </p:clrMapOvr>
  <p:extLst>
    <p:ext uri="{DCECCB84-F9BA-43D5-87BE-67443E8EF086}">
      <p15:sldGuideLst xmlns:p15="http://schemas.microsoft.com/office/powerpoint/2012/main">
        <p15:guide id="1" orient="horz" pos="282" userDrawn="1">
          <p15:clr>
            <a:srgbClr val="FBAE40"/>
          </p15:clr>
        </p15:guide>
        <p15:guide id="2" pos="204" userDrawn="1">
          <p15:clr>
            <a:srgbClr val="FBAE40"/>
          </p15:clr>
        </p15:guide>
        <p15:guide id="3" orient="horz" pos="3026" userDrawn="1">
          <p15:clr>
            <a:srgbClr val="FBAE40"/>
          </p15:clr>
        </p15:guide>
        <p15:guide id="4" pos="5534"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lue on dark, title, sub, text">
    <p:bg>
      <p:bgPr>
        <a:solidFill>
          <a:srgbClr val="14273D"/>
        </a:solidFill>
        <a:effectLst/>
      </p:bgPr>
    </p:bg>
    <p:spTree>
      <p:nvGrpSpPr>
        <p:cNvPr id="1" name=""/>
        <p:cNvGrpSpPr/>
        <p:nvPr/>
      </p:nvGrpSpPr>
      <p:grpSpPr>
        <a:xfrm>
          <a:off x="0" y="0"/>
          <a:ext cx="0" cy="0"/>
          <a:chOff x="0" y="0"/>
          <a:chExt cx="0" cy="0"/>
        </a:xfrm>
      </p:grpSpPr>
      <p:sp>
        <p:nvSpPr>
          <p:cNvPr id="7" name="Title 13">
            <a:extLst>
              <a:ext uri="{FF2B5EF4-FFF2-40B4-BE49-F238E27FC236}">
                <a16:creationId xmlns:a16="http://schemas.microsoft.com/office/drawing/2014/main" id="{C7845207-2B78-60D5-BAFA-7B9DB6404AF8}"/>
              </a:ext>
            </a:extLst>
          </p:cNvPr>
          <p:cNvSpPr>
            <a:spLocks noGrp="1"/>
          </p:cNvSpPr>
          <p:nvPr>
            <p:ph type="title"/>
          </p:nvPr>
        </p:nvSpPr>
        <p:spPr>
          <a:xfrm>
            <a:off x="288000" y="1263600"/>
            <a:ext cx="3110400" cy="817200"/>
          </a:xfrm>
          <a:prstGeom prst="rect">
            <a:avLst/>
          </a:prstGeom>
        </p:spPr>
        <p:txBody>
          <a:bodyPr/>
          <a:lstStyle>
            <a:lvl1pPr>
              <a:lnSpc>
                <a:spcPct val="100000"/>
              </a:lnSpc>
              <a:defRPr lang="en-GB" sz="2400" b="0" i="0" u="none" strike="noStrike" cap="none" dirty="0">
                <a:solidFill>
                  <a:srgbClr val="00CCCF"/>
                </a:solidFill>
                <a:latin typeface="Arial" panose="020B0604020202020204" pitchFamily="34" charset="0"/>
                <a:ea typeface="Navigo" panose="02070503070706040303" pitchFamily="18" charset="77"/>
                <a:cs typeface="Arial" panose="020B0604020202020204" pitchFamily="34" charset="0"/>
                <a:sym typeface="Montserrat"/>
              </a:defRPr>
            </a:lvl1pPr>
          </a:lstStyle>
          <a:p>
            <a:r>
              <a:rPr lang="en-US"/>
              <a:t>Click to edit Master title style</a:t>
            </a:r>
            <a:endParaRPr lang="en-GB" dirty="0"/>
          </a:p>
        </p:txBody>
      </p:sp>
      <p:sp>
        <p:nvSpPr>
          <p:cNvPr id="6" name="Text Placeholder 8">
            <a:extLst>
              <a:ext uri="{FF2B5EF4-FFF2-40B4-BE49-F238E27FC236}">
                <a16:creationId xmlns:a16="http://schemas.microsoft.com/office/drawing/2014/main" id="{14487EA1-F103-7F47-C788-503F1C33C399}"/>
              </a:ext>
            </a:extLst>
          </p:cNvPr>
          <p:cNvSpPr>
            <a:spLocks noGrp="1"/>
          </p:cNvSpPr>
          <p:nvPr>
            <p:ph type="body" sz="quarter" idx="11"/>
          </p:nvPr>
        </p:nvSpPr>
        <p:spPr>
          <a:xfrm>
            <a:off x="287338" y="2176463"/>
            <a:ext cx="3108325" cy="1376362"/>
          </a:xfrm>
          <a:prstGeom prst="rect">
            <a:avLst/>
          </a:prstGeom>
        </p:spPr>
        <p:txBody>
          <a:bodyPr/>
          <a:lstStyle>
            <a:lvl1pPr marL="0" indent="0">
              <a:lnSpc>
                <a:spcPct val="100000"/>
              </a:lnSpc>
              <a:buNone/>
              <a:defRPr sz="1800">
                <a:solidFill>
                  <a:schemeClr val="bg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0" name="Content Placeholder 9">
            <a:extLst>
              <a:ext uri="{FF2B5EF4-FFF2-40B4-BE49-F238E27FC236}">
                <a16:creationId xmlns:a16="http://schemas.microsoft.com/office/drawing/2014/main" id="{66426AA1-808D-3E4A-0A09-D5BFBC6B685A}"/>
              </a:ext>
            </a:extLst>
          </p:cNvPr>
          <p:cNvSpPr>
            <a:spLocks noGrp="1"/>
          </p:cNvSpPr>
          <p:nvPr>
            <p:ph sz="quarter" idx="13"/>
          </p:nvPr>
        </p:nvSpPr>
        <p:spPr>
          <a:xfrm>
            <a:off x="3719513" y="1263650"/>
            <a:ext cx="4276725" cy="3435350"/>
          </a:xfrm>
        </p:spPr>
        <p:txBody>
          <a:bodyPr/>
          <a:lstStyle>
            <a:lvl1pPr marL="0" indent="0">
              <a:buClr>
                <a:schemeClr val="accent6"/>
              </a:buClr>
              <a:buFont typeface="Arial" panose="020B0604020202020204" pitchFamily="34" charset="0"/>
              <a:buNone/>
              <a:defRPr/>
            </a:lvl1pPr>
            <a:lvl2pPr marL="357188" indent="-182563">
              <a:buClr>
                <a:schemeClr val="accent6"/>
              </a:buClr>
              <a:defRPr/>
            </a:lvl2pPr>
            <a:lvl3pPr marL="538163" indent="-174625">
              <a:buClr>
                <a:schemeClr val="accent6"/>
              </a:buClr>
              <a:defRPr/>
            </a:lvl3pPr>
            <a:lvl4pPr marL="717550" indent="-182563">
              <a:buClr>
                <a:schemeClr val="accent6"/>
              </a:buClr>
              <a:defRPr/>
            </a:lvl4pPr>
            <a:lvl5pPr marL="896938" indent="-176213">
              <a:buClr>
                <a:schemeClr val="accent6"/>
              </a:buClr>
              <a:defRPr/>
            </a:lvl5pPr>
          </a:lstStyle>
          <a:p>
            <a:pPr lvl="0"/>
            <a:r>
              <a:rPr lang="en-US"/>
              <a:t>Click to edit Master text styles</a:t>
            </a:r>
          </a:p>
        </p:txBody>
      </p:sp>
      <p:pic>
        <p:nvPicPr>
          <p:cNvPr id="3" name="Logo">
            <a:extLst>
              <a:ext uri="{FF2B5EF4-FFF2-40B4-BE49-F238E27FC236}">
                <a16:creationId xmlns:a16="http://schemas.microsoft.com/office/drawing/2014/main" id="{B7DDD0D0-08EF-C4FA-27A4-712A30483CB7}"/>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bwMode="black">
          <a:xfrm>
            <a:off x="327214" y="4410406"/>
            <a:ext cx="1440000" cy="395077"/>
          </a:xfrm>
          <a:prstGeom prst="rect">
            <a:avLst/>
          </a:prstGeom>
        </p:spPr>
      </p:pic>
    </p:spTree>
    <p:extLst>
      <p:ext uri="{BB962C8B-B14F-4D97-AF65-F5344CB8AC3E}">
        <p14:creationId xmlns:p14="http://schemas.microsoft.com/office/powerpoint/2010/main" val="369930476"/>
      </p:ext>
    </p:extLst>
  </p:cSld>
  <p:clrMapOvr>
    <a:masterClrMapping/>
  </p:clrMapOvr>
  <p:extLst>
    <p:ext uri="{DCECCB84-F9BA-43D5-87BE-67443E8EF086}">
      <p15:sldGuideLst xmlns:p15="http://schemas.microsoft.com/office/powerpoint/2012/main">
        <p15:guide id="1" orient="horz" pos="282" userDrawn="1">
          <p15:clr>
            <a:srgbClr val="FBAE40"/>
          </p15:clr>
        </p15:guide>
        <p15:guide id="2" pos="204" userDrawn="1">
          <p15:clr>
            <a:srgbClr val="FBAE40"/>
          </p15:clr>
        </p15:guide>
        <p15:guide id="3" orient="horz" pos="3026" userDrawn="1">
          <p15:clr>
            <a:srgbClr val="FBAE40"/>
          </p15:clr>
        </p15:guide>
        <p15:guide id="4" pos="5534"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Light Pink Background Single Header 1 1 1" preserve="1" userDrawn="1">
  <p:cSld name="Title and text 2">
    <p:spTree>
      <p:nvGrpSpPr>
        <p:cNvPr id="1" name="Shape 117"/>
        <p:cNvGrpSpPr/>
        <p:nvPr/>
      </p:nvGrpSpPr>
      <p:grpSpPr>
        <a:xfrm>
          <a:off x="0" y="0"/>
          <a:ext cx="0" cy="0"/>
          <a:chOff x="0" y="0"/>
          <a:chExt cx="0" cy="0"/>
        </a:xfrm>
      </p:grpSpPr>
      <p:pic>
        <p:nvPicPr>
          <p:cNvPr id="2" name="Picture 1">
            <a:extLst>
              <a:ext uri="{FF2B5EF4-FFF2-40B4-BE49-F238E27FC236}">
                <a16:creationId xmlns:a16="http://schemas.microsoft.com/office/drawing/2014/main" id="{642FF85E-867A-B82D-3409-4A0E12BE7B44}"/>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bwMode="hidden">
          <a:xfrm>
            <a:off x="5284898" y="-801"/>
            <a:ext cx="3859102" cy="1707028"/>
          </a:xfrm>
          <a:prstGeom prst="rect">
            <a:avLst/>
          </a:prstGeom>
        </p:spPr>
      </p:pic>
      <p:sp>
        <p:nvSpPr>
          <p:cNvPr id="4" name="Title 2">
            <a:extLst>
              <a:ext uri="{FF2B5EF4-FFF2-40B4-BE49-F238E27FC236}">
                <a16:creationId xmlns:a16="http://schemas.microsoft.com/office/drawing/2014/main" id="{616B6948-870D-55A9-BB71-235BACA22D76}"/>
              </a:ext>
            </a:extLst>
          </p:cNvPr>
          <p:cNvSpPr>
            <a:spLocks noGrp="1"/>
          </p:cNvSpPr>
          <p:nvPr>
            <p:ph type="title"/>
          </p:nvPr>
        </p:nvSpPr>
        <p:spPr>
          <a:xfrm>
            <a:off x="266400" y="1263600"/>
            <a:ext cx="8460000" cy="522000"/>
          </a:xfrm>
          <a:prstGeom prst="rect">
            <a:avLst/>
          </a:prstGeom>
        </p:spPr>
        <p:txBody>
          <a:bodyPr/>
          <a:lstStyle>
            <a:lvl1pPr>
              <a:defRPr sz="2800">
                <a:solidFill>
                  <a:schemeClr val="bg1"/>
                </a:solidFill>
              </a:defRPr>
            </a:lvl1pPr>
          </a:lstStyle>
          <a:p>
            <a:r>
              <a:rPr lang="en-US"/>
              <a:t>Click to edit Master title style</a:t>
            </a:r>
            <a:endParaRPr lang="en-GB" dirty="0"/>
          </a:p>
        </p:txBody>
      </p:sp>
      <p:sp>
        <p:nvSpPr>
          <p:cNvPr id="9" name="Content Placeholder 8">
            <a:extLst>
              <a:ext uri="{FF2B5EF4-FFF2-40B4-BE49-F238E27FC236}">
                <a16:creationId xmlns:a16="http://schemas.microsoft.com/office/drawing/2014/main" id="{F3829E21-6B3C-37F9-82D0-1283ED479349}"/>
              </a:ext>
            </a:extLst>
          </p:cNvPr>
          <p:cNvSpPr>
            <a:spLocks noGrp="1"/>
          </p:cNvSpPr>
          <p:nvPr>
            <p:ph sz="quarter" idx="13"/>
          </p:nvPr>
        </p:nvSpPr>
        <p:spPr>
          <a:xfrm>
            <a:off x="266400" y="1836738"/>
            <a:ext cx="8460087" cy="2493962"/>
          </a:xfrm>
        </p:spPr>
        <p:txBody>
          <a:bodyPr/>
          <a:lstStyle>
            <a:lvl1pPr marL="1588" indent="0">
              <a:buFont typeface="Arial" panose="020B0604020202020204" pitchFamily="34" charset="0"/>
              <a:buNone/>
              <a:defRPr/>
            </a:lvl1pPr>
            <a:lvl2pPr marL="357188" indent="-182563">
              <a:defRPr/>
            </a:lvl2pPr>
            <a:lvl3pPr marL="538163" indent="-174625">
              <a:defRPr/>
            </a:lvl3pPr>
            <a:lvl4pPr marL="717550" indent="-180975">
              <a:buFont typeface="Arial" panose="020B0604020202020204" pitchFamily="34" charset="0"/>
              <a:buChar char="•"/>
              <a:defRPr/>
            </a:lvl4pPr>
            <a:lvl5pPr marL="896938" indent="-176213">
              <a:buFont typeface="Arial" panose="020B0604020202020204" pitchFamily="34" charset="0"/>
              <a:buChar char="̵"/>
              <a:defRPr/>
            </a:lvl5pPr>
          </a:lstStyle>
          <a:p>
            <a:pPr lvl="0"/>
            <a:r>
              <a:rPr lang="en-US"/>
              <a:t>Click to edit Master text styles</a:t>
            </a:r>
          </a:p>
        </p:txBody>
      </p:sp>
      <p:pic>
        <p:nvPicPr>
          <p:cNvPr id="5" name="Logo">
            <a:extLst>
              <a:ext uri="{FF2B5EF4-FFF2-40B4-BE49-F238E27FC236}">
                <a16:creationId xmlns:a16="http://schemas.microsoft.com/office/drawing/2014/main" id="{57BFD23E-A4B4-4AC9-9E48-F6663C789AEE}"/>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black">
          <a:xfrm>
            <a:off x="327214" y="4410406"/>
            <a:ext cx="1440000" cy="395077"/>
          </a:xfrm>
          <a:prstGeom prst="rect">
            <a:avLst/>
          </a:prstGeom>
        </p:spPr>
      </p:pic>
    </p:spTree>
    <p:extLst>
      <p:ext uri="{BB962C8B-B14F-4D97-AF65-F5344CB8AC3E}">
        <p14:creationId xmlns:p14="http://schemas.microsoft.com/office/powerpoint/2010/main" val="1153338292"/>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Light Pink Background Single Header 1 1 1" preserve="1" userDrawn="1">
  <p:cSld name="Title and two columns 2">
    <p:spTree>
      <p:nvGrpSpPr>
        <p:cNvPr id="1" name="Shape 117"/>
        <p:cNvGrpSpPr/>
        <p:nvPr/>
      </p:nvGrpSpPr>
      <p:grpSpPr>
        <a:xfrm>
          <a:off x="0" y="0"/>
          <a:ext cx="0" cy="0"/>
          <a:chOff x="0" y="0"/>
          <a:chExt cx="0" cy="0"/>
        </a:xfrm>
      </p:grpSpPr>
      <p:pic>
        <p:nvPicPr>
          <p:cNvPr id="2" name="Picture 1">
            <a:extLst>
              <a:ext uri="{FF2B5EF4-FFF2-40B4-BE49-F238E27FC236}">
                <a16:creationId xmlns:a16="http://schemas.microsoft.com/office/drawing/2014/main" id="{642FF85E-867A-B82D-3409-4A0E12BE7B44}"/>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bwMode="hidden">
          <a:xfrm>
            <a:off x="5284898" y="-801"/>
            <a:ext cx="3859102" cy="1707028"/>
          </a:xfrm>
          <a:prstGeom prst="rect">
            <a:avLst/>
          </a:prstGeom>
        </p:spPr>
      </p:pic>
      <p:sp>
        <p:nvSpPr>
          <p:cNvPr id="6" name="Title 2">
            <a:extLst>
              <a:ext uri="{FF2B5EF4-FFF2-40B4-BE49-F238E27FC236}">
                <a16:creationId xmlns:a16="http://schemas.microsoft.com/office/drawing/2014/main" id="{5D99196F-1B8E-66EC-1F93-4D740F24BD37}"/>
              </a:ext>
            </a:extLst>
          </p:cNvPr>
          <p:cNvSpPr>
            <a:spLocks noGrp="1"/>
          </p:cNvSpPr>
          <p:nvPr>
            <p:ph type="title"/>
          </p:nvPr>
        </p:nvSpPr>
        <p:spPr>
          <a:xfrm>
            <a:off x="266400" y="1263600"/>
            <a:ext cx="8460000" cy="522000"/>
          </a:xfrm>
          <a:prstGeom prst="rect">
            <a:avLst/>
          </a:prstGeom>
        </p:spPr>
        <p:txBody>
          <a:bodyPr/>
          <a:lstStyle>
            <a:lvl1pPr>
              <a:defRPr sz="2800">
                <a:solidFill>
                  <a:schemeClr val="bg1"/>
                </a:solidFill>
              </a:defRPr>
            </a:lvl1pPr>
          </a:lstStyle>
          <a:p>
            <a:r>
              <a:rPr lang="en-US"/>
              <a:t>Click to edit Master title style</a:t>
            </a:r>
            <a:endParaRPr lang="en-GB" dirty="0"/>
          </a:p>
        </p:txBody>
      </p:sp>
      <p:sp>
        <p:nvSpPr>
          <p:cNvPr id="9" name="Content Placeholder 6">
            <a:extLst>
              <a:ext uri="{FF2B5EF4-FFF2-40B4-BE49-F238E27FC236}">
                <a16:creationId xmlns:a16="http://schemas.microsoft.com/office/drawing/2014/main" id="{C88E11DC-31AF-8FDD-7CCD-FE4CFD5A9D87}"/>
              </a:ext>
            </a:extLst>
          </p:cNvPr>
          <p:cNvSpPr>
            <a:spLocks noGrp="1"/>
          </p:cNvSpPr>
          <p:nvPr>
            <p:ph sz="quarter" idx="11"/>
          </p:nvPr>
        </p:nvSpPr>
        <p:spPr>
          <a:xfrm>
            <a:off x="266700" y="1836738"/>
            <a:ext cx="4198938" cy="2493962"/>
          </a:xfrm>
          <a:prstGeom prst="rect">
            <a:avLst/>
          </a:prstGeom>
        </p:spPr>
        <p:txBody>
          <a:bodyPr/>
          <a:lstStyle>
            <a:lvl1pPr marL="0" indent="0">
              <a:buClr>
                <a:schemeClr val="bg1"/>
              </a:buClr>
              <a:buFont typeface="Arial" panose="020B0604020202020204" pitchFamily="34" charset="0"/>
              <a:buNone/>
              <a:defRPr sz="1800">
                <a:solidFill>
                  <a:schemeClr val="bg1"/>
                </a:solidFill>
              </a:defRPr>
            </a:lvl1pPr>
            <a:lvl2pPr marL="357188" indent="-182563">
              <a:buClr>
                <a:schemeClr val="bg1"/>
              </a:buClr>
              <a:buFont typeface="Arial" panose="020B0604020202020204" pitchFamily="34" charset="0"/>
              <a:buChar char="̶"/>
              <a:defRPr sz="1600">
                <a:solidFill>
                  <a:schemeClr val="bg1"/>
                </a:solidFill>
              </a:defRPr>
            </a:lvl2pPr>
            <a:lvl3pPr marL="538163" indent="-182563">
              <a:buClr>
                <a:schemeClr val="bg1"/>
              </a:buClr>
              <a:buFont typeface="Wingdings" panose="05000000000000000000" pitchFamily="2" charset="2"/>
              <a:buChar char="§"/>
              <a:tabLst/>
              <a:defRPr sz="1400">
                <a:solidFill>
                  <a:schemeClr val="bg1"/>
                </a:solidFill>
              </a:defRPr>
            </a:lvl3pPr>
            <a:lvl4pPr marL="717550" indent="-171450">
              <a:buClr>
                <a:schemeClr val="bg1"/>
              </a:buClr>
              <a:buFont typeface="Arial" panose="020B0604020202020204" pitchFamily="34" charset="0"/>
              <a:buChar char="•"/>
              <a:defRPr sz="1400">
                <a:solidFill>
                  <a:schemeClr val="bg1"/>
                </a:solidFill>
              </a:defRPr>
            </a:lvl4pPr>
            <a:lvl5pPr marL="896938" indent="-171450">
              <a:buClr>
                <a:schemeClr val="bg1"/>
              </a:buClr>
              <a:buFont typeface="Arial" panose="020B0604020202020204" pitchFamily="34" charset="0"/>
              <a:buChar char="̵"/>
              <a:defRPr sz="1400">
                <a:solidFill>
                  <a:schemeClr val="bg1"/>
                </a:solidFill>
              </a:defRPr>
            </a:lvl5pPr>
          </a:lstStyle>
          <a:p>
            <a:pPr lvl="0"/>
            <a:r>
              <a:rPr lang="en-US"/>
              <a:t>Click to edit Master text styles</a:t>
            </a:r>
          </a:p>
        </p:txBody>
      </p:sp>
      <p:sp>
        <p:nvSpPr>
          <p:cNvPr id="10" name="Content Placeholder 6">
            <a:extLst>
              <a:ext uri="{FF2B5EF4-FFF2-40B4-BE49-F238E27FC236}">
                <a16:creationId xmlns:a16="http://schemas.microsoft.com/office/drawing/2014/main" id="{D7AB2FFB-439C-A351-4515-6C8885090971}"/>
              </a:ext>
            </a:extLst>
          </p:cNvPr>
          <p:cNvSpPr>
            <a:spLocks noGrp="1"/>
          </p:cNvSpPr>
          <p:nvPr>
            <p:ph sz="quarter" idx="13"/>
          </p:nvPr>
        </p:nvSpPr>
        <p:spPr>
          <a:xfrm>
            <a:off x="4525962" y="1836738"/>
            <a:ext cx="4198938" cy="2493962"/>
          </a:xfrm>
          <a:prstGeom prst="rect">
            <a:avLst/>
          </a:prstGeom>
        </p:spPr>
        <p:txBody>
          <a:bodyPr/>
          <a:lstStyle>
            <a:lvl1pPr marL="0" indent="0">
              <a:buClr>
                <a:schemeClr val="bg1"/>
              </a:buClr>
              <a:buFont typeface="Arial" panose="020B0604020202020204" pitchFamily="34" charset="0"/>
              <a:buNone/>
              <a:defRPr sz="1800">
                <a:solidFill>
                  <a:schemeClr val="bg1"/>
                </a:solidFill>
              </a:defRPr>
            </a:lvl1pPr>
            <a:lvl2pPr marL="357188" indent="-182563">
              <a:buClr>
                <a:schemeClr val="bg1"/>
              </a:buClr>
              <a:buFont typeface="Arial" panose="020B0604020202020204" pitchFamily="34" charset="0"/>
              <a:buChar char="̶"/>
              <a:defRPr sz="1600">
                <a:solidFill>
                  <a:schemeClr val="bg1"/>
                </a:solidFill>
              </a:defRPr>
            </a:lvl2pPr>
            <a:lvl3pPr marL="541338" indent="-182563">
              <a:buClr>
                <a:schemeClr val="bg1"/>
              </a:buClr>
              <a:buFont typeface="Wingdings" panose="05000000000000000000" pitchFamily="2" charset="2"/>
              <a:buChar char="§"/>
              <a:defRPr sz="1400">
                <a:solidFill>
                  <a:schemeClr val="bg1"/>
                </a:solidFill>
              </a:defRPr>
            </a:lvl3pPr>
            <a:lvl4pPr marL="715963" indent="-171450">
              <a:buClr>
                <a:schemeClr val="bg1"/>
              </a:buClr>
              <a:buFont typeface="Arial" panose="020B0604020202020204" pitchFamily="34" charset="0"/>
              <a:buChar char="•"/>
              <a:defRPr sz="1400">
                <a:solidFill>
                  <a:schemeClr val="bg1"/>
                </a:solidFill>
              </a:defRPr>
            </a:lvl4pPr>
            <a:lvl5pPr marL="898525" indent="-171450">
              <a:buClr>
                <a:schemeClr val="bg1"/>
              </a:buClr>
              <a:buFont typeface="Arial" panose="020B0604020202020204" pitchFamily="34" charset="0"/>
              <a:buChar char="̵"/>
              <a:defRPr sz="1400">
                <a:solidFill>
                  <a:schemeClr val="bg1"/>
                </a:solidFill>
              </a:defRPr>
            </a:lvl5pPr>
          </a:lstStyle>
          <a:p>
            <a:pPr lvl="0"/>
            <a:r>
              <a:rPr lang="en-US"/>
              <a:t>Click to edit Master text styles</a:t>
            </a:r>
          </a:p>
        </p:txBody>
      </p:sp>
      <p:pic>
        <p:nvPicPr>
          <p:cNvPr id="4" name="Logo">
            <a:extLst>
              <a:ext uri="{FF2B5EF4-FFF2-40B4-BE49-F238E27FC236}">
                <a16:creationId xmlns:a16="http://schemas.microsoft.com/office/drawing/2014/main" id="{5287950A-7F03-870B-4533-6F6895D4BE5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black">
          <a:xfrm>
            <a:off x="327214" y="4410406"/>
            <a:ext cx="1440000" cy="395077"/>
          </a:xfrm>
          <a:prstGeom prst="rect">
            <a:avLst/>
          </a:prstGeom>
        </p:spPr>
      </p:pic>
    </p:spTree>
    <p:extLst>
      <p:ext uri="{BB962C8B-B14F-4D97-AF65-F5344CB8AC3E}">
        <p14:creationId xmlns:p14="http://schemas.microsoft.com/office/powerpoint/2010/main" val="2797542608"/>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Light Pink Background Single Header 1 1 1" preserve="1" userDrawn="1">
  <p:cSld name="Title only 2">
    <p:spTree>
      <p:nvGrpSpPr>
        <p:cNvPr id="1" name="Shape 117"/>
        <p:cNvGrpSpPr/>
        <p:nvPr/>
      </p:nvGrpSpPr>
      <p:grpSpPr>
        <a:xfrm>
          <a:off x="0" y="0"/>
          <a:ext cx="0" cy="0"/>
          <a:chOff x="0" y="0"/>
          <a:chExt cx="0" cy="0"/>
        </a:xfrm>
      </p:grpSpPr>
      <p:pic>
        <p:nvPicPr>
          <p:cNvPr id="2" name="Picture 1">
            <a:extLst>
              <a:ext uri="{FF2B5EF4-FFF2-40B4-BE49-F238E27FC236}">
                <a16:creationId xmlns:a16="http://schemas.microsoft.com/office/drawing/2014/main" id="{642FF85E-867A-B82D-3409-4A0E12BE7B44}"/>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bwMode="hidden">
          <a:xfrm>
            <a:off x="5284898" y="-801"/>
            <a:ext cx="3859102" cy="1707028"/>
          </a:xfrm>
          <a:prstGeom prst="rect">
            <a:avLst/>
          </a:prstGeom>
        </p:spPr>
      </p:pic>
      <p:sp>
        <p:nvSpPr>
          <p:cNvPr id="6" name="Title 2">
            <a:extLst>
              <a:ext uri="{FF2B5EF4-FFF2-40B4-BE49-F238E27FC236}">
                <a16:creationId xmlns:a16="http://schemas.microsoft.com/office/drawing/2014/main" id="{8029B484-0199-0385-5D90-19A2610D7AEB}"/>
              </a:ext>
            </a:extLst>
          </p:cNvPr>
          <p:cNvSpPr>
            <a:spLocks noGrp="1"/>
          </p:cNvSpPr>
          <p:nvPr>
            <p:ph type="title"/>
          </p:nvPr>
        </p:nvSpPr>
        <p:spPr>
          <a:xfrm>
            <a:off x="266400" y="1263600"/>
            <a:ext cx="8460000" cy="522000"/>
          </a:xfrm>
          <a:prstGeom prst="rect">
            <a:avLst/>
          </a:prstGeom>
        </p:spPr>
        <p:txBody>
          <a:bodyPr/>
          <a:lstStyle>
            <a:lvl1pPr>
              <a:defRPr sz="2800">
                <a:solidFill>
                  <a:schemeClr val="bg1"/>
                </a:solidFill>
              </a:defRPr>
            </a:lvl1pPr>
          </a:lstStyle>
          <a:p>
            <a:r>
              <a:rPr lang="en-US"/>
              <a:t>Click to edit Master title style</a:t>
            </a:r>
            <a:endParaRPr lang="en-GB" dirty="0"/>
          </a:p>
        </p:txBody>
      </p:sp>
      <p:pic>
        <p:nvPicPr>
          <p:cNvPr id="4" name="Logo">
            <a:extLst>
              <a:ext uri="{FF2B5EF4-FFF2-40B4-BE49-F238E27FC236}">
                <a16:creationId xmlns:a16="http://schemas.microsoft.com/office/drawing/2014/main" id="{EDB0F3AC-423F-1344-CF44-554BA5445F7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black">
          <a:xfrm>
            <a:off x="327214" y="4410406"/>
            <a:ext cx="1440000" cy="395077"/>
          </a:xfrm>
          <a:prstGeom prst="rect">
            <a:avLst/>
          </a:prstGeom>
        </p:spPr>
      </p:pic>
    </p:spTree>
    <p:extLst>
      <p:ext uri="{BB962C8B-B14F-4D97-AF65-F5344CB8AC3E}">
        <p14:creationId xmlns:p14="http://schemas.microsoft.com/office/powerpoint/2010/main" val="3520209967"/>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Light Pink Background Single Header 1 1 1" preserve="1" userDrawn="1">
  <p:cSld name="Title and text 3">
    <p:spTree>
      <p:nvGrpSpPr>
        <p:cNvPr id="1" name="Shape 117"/>
        <p:cNvGrpSpPr/>
        <p:nvPr/>
      </p:nvGrpSpPr>
      <p:grpSpPr>
        <a:xfrm>
          <a:off x="0" y="0"/>
          <a:ext cx="0" cy="0"/>
          <a:chOff x="0" y="0"/>
          <a:chExt cx="0" cy="0"/>
        </a:xfrm>
      </p:grpSpPr>
      <p:pic>
        <p:nvPicPr>
          <p:cNvPr id="2" name="Picture 1">
            <a:extLst>
              <a:ext uri="{FF2B5EF4-FFF2-40B4-BE49-F238E27FC236}">
                <a16:creationId xmlns:a16="http://schemas.microsoft.com/office/drawing/2014/main" id="{E1083355-53AD-D763-F445-CDB60F00C99B}"/>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bwMode="hidden">
          <a:xfrm>
            <a:off x="5284898" y="-1143"/>
            <a:ext cx="3859102" cy="1700931"/>
          </a:xfrm>
          <a:prstGeom prst="rect">
            <a:avLst/>
          </a:prstGeom>
        </p:spPr>
      </p:pic>
      <p:sp>
        <p:nvSpPr>
          <p:cNvPr id="9" name="Title 2">
            <a:extLst>
              <a:ext uri="{FF2B5EF4-FFF2-40B4-BE49-F238E27FC236}">
                <a16:creationId xmlns:a16="http://schemas.microsoft.com/office/drawing/2014/main" id="{029E437F-55BA-E927-76B2-D41CD5919E2D}"/>
              </a:ext>
            </a:extLst>
          </p:cNvPr>
          <p:cNvSpPr>
            <a:spLocks noGrp="1"/>
          </p:cNvSpPr>
          <p:nvPr>
            <p:ph type="title"/>
          </p:nvPr>
        </p:nvSpPr>
        <p:spPr>
          <a:xfrm>
            <a:off x="266400" y="1263600"/>
            <a:ext cx="8460000" cy="522000"/>
          </a:xfrm>
          <a:prstGeom prst="rect">
            <a:avLst/>
          </a:prstGeom>
        </p:spPr>
        <p:txBody>
          <a:bodyPr/>
          <a:lstStyle>
            <a:lvl1pPr>
              <a:defRPr sz="2800">
                <a:solidFill>
                  <a:schemeClr val="bg1"/>
                </a:solidFill>
              </a:defRPr>
            </a:lvl1pPr>
          </a:lstStyle>
          <a:p>
            <a:r>
              <a:rPr lang="en-US"/>
              <a:t>Click to edit Master title style</a:t>
            </a:r>
            <a:endParaRPr lang="en-GB" dirty="0"/>
          </a:p>
        </p:txBody>
      </p:sp>
      <p:sp>
        <p:nvSpPr>
          <p:cNvPr id="14" name="Content Placeholder 13">
            <a:extLst>
              <a:ext uri="{FF2B5EF4-FFF2-40B4-BE49-F238E27FC236}">
                <a16:creationId xmlns:a16="http://schemas.microsoft.com/office/drawing/2014/main" id="{9E7EB1F7-D514-87E5-FDD1-38DBE938A1A9}"/>
              </a:ext>
            </a:extLst>
          </p:cNvPr>
          <p:cNvSpPr>
            <a:spLocks noGrp="1"/>
          </p:cNvSpPr>
          <p:nvPr>
            <p:ph sz="quarter" idx="13"/>
          </p:nvPr>
        </p:nvSpPr>
        <p:spPr>
          <a:xfrm>
            <a:off x="266700" y="1836738"/>
            <a:ext cx="8459788" cy="2493962"/>
          </a:xfrm>
        </p:spPr>
        <p:txBody>
          <a:bodyPr/>
          <a:lstStyle>
            <a:lvl1pPr marL="0" indent="0">
              <a:buFont typeface="Arial" panose="020B0604020202020204" pitchFamily="34" charset="0"/>
              <a:buNone/>
              <a:defRPr/>
            </a:lvl1pPr>
            <a:lvl4pPr marL="898525" indent="-182563">
              <a:buFont typeface="Arial" panose="020B0604020202020204" pitchFamily="34" charset="0"/>
              <a:buChar char="•"/>
              <a:defRPr/>
            </a:lvl4pPr>
            <a:lvl5pPr marL="1074738" indent="-176213">
              <a:buFont typeface="Arial" panose="020B0604020202020204" pitchFamily="34" charset="0"/>
              <a:buChar char="̵"/>
              <a:defRPr/>
            </a:lvl5pPr>
          </a:lstStyle>
          <a:p>
            <a:pPr lvl="0"/>
            <a:r>
              <a:rPr lang="en-US"/>
              <a:t>Click to edit Master text styles</a:t>
            </a:r>
          </a:p>
        </p:txBody>
      </p:sp>
      <p:pic>
        <p:nvPicPr>
          <p:cNvPr id="4" name="Logo">
            <a:extLst>
              <a:ext uri="{FF2B5EF4-FFF2-40B4-BE49-F238E27FC236}">
                <a16:creationId xmlns:a16="http://schemas.microsoft.com/office/drawing/2014/main" id="{CA915AA7-CD3C-C41E-F17E-48D2AB46B685}"/>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black">
          <a:xfrm>
            <a:off x="327214" y="4410406"/>
            <a:ext cx="1440000" cy="395077"/>
          </a:xfrm>
          <a:prstGeom prst="rect">
            <a:avLst/>
          </a:prstGeom>
        </p:spPr>
      </p:pic>
    </p:spTree>
    <p:extLst>
      <p:ext uri="{BB962C8B-B14F-4D97-AF65-F5344CB8AC3E}">
        <p14:creationId xmlns:p14="http://schemas.microsoft.com/office/powerpoint/2010/main" val="3687052304"/>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Light Pink Background Single Header 1 1 1" preserve="1" userDrawn="1">
  <p:cSld name="Title and two columns 3">
    <p:spTree>
      <p:nvGrpSpPr>
        <p:cNvPr id="1" name="Shape 117"/>
        <p:cNvGrpSpPr/>
        <p:nvPr/>
      </p:nvGrpSpPr>
      <p:grpSpPr>
        <a:xfrm>
          <a:off x="0" y="0"/>
          <a:ext cx="0" cy="0"/>
          <a:chOff x="0" y="0"/>
          <a:chExt cx="0" cy="0"/>
        </a:xfrm>
      </p:grpSpPr>
      <p:pic>
        <p:nvPicPr>
          <p:cNvPr id="2" name="Picture 1">
            <a:extLst>
              <a:ext uri="{FF2B5EF4-FFF2-40B4-BE49-F238E27FC236}">
                <a16:creationId xmlns:a16="http://schemas.microsoft.com/office/drawing/2014/main" id="{E1083355-53AD-D763-F445-CDB60F00C99B}"/>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bwMode="hidden">
          <a:xfrm>
            <a:off x="5284898" y="-1143"/>
            <a:ext cx="3859102" cy="1700931"/>
          </a:xfrm>
          <a:prstGeom prst="rect">
            <a:avLst/>
          </a:prstGeom>
        </p:spPr>
      </p:pic>
      <p:sp>
        <p:nvSpPr>
          <p:cNvPr id="6" name="Title 2">
            <a:extLst>
              <a:ext uri="{FF2B5EF4-FFF2-40B4-BE49-F238E27FC236}">
                <a16:creationId xmlns:a16="http://schemas.microsoft.com/office/drawing/2014/main" id="{DEDF0E01-BF69-1C21-48AC-9EF45751D571}"/>
              </a:ext>
            </a:extLst>
          </p:cNvPr>
          <p:cNvSpPr>
            <a:spLocks noGrp="1"/>
          </p:cNvSpPr>
          <p:nvPr>
            <p:ph type="title"/>
          </p:nvPr>
        </p:nvSpPr>
        <p:spPr>
          <a:xfrm>
            <a:off x="266400" y="1263600"/>
            <a:ext cx="8460000" cy="522000"/>
          </a:xfrm>
          <a:prstGeom prst="rect">
            <a:avLst/>
          </a:prstGeom>
        </p:spPr>
        <p:txBody>
          <a:bodyPr/>
          <a:lstStyle>
            <a:lvl1pPr>
              <a:defRPr sz="2800">
                <a:solidFill>
                  <a:schemeClr val="bg1"/>
                </a:solidFill>
              </a:defRPr>
            </a:lvl1pPr>
          </a:lstStyle>
          <a:p>
            <a:r>
              <a:rPr lang="en-US"/>
              <a:t>Click to edit Master title style</a:t>
            </a:r>
            <a:endParaRPr lang="en-GB" dirty="0"/>
          </a:p>
        </p:txBody>
      </p:sp>
      <p:sp>
        <p:nvSpPr>
          <p:cNvPr id="7" name="Content Placeholder 6">
            <a:extLst>
              <a:ext uri="{FF2B5EF4-FFF2-40B4-BE49-F238E27FC236}">
                <a16:creationId xmlns:a16="http://schemas.microsoft.com/office/drawing/2014/main" id="{C79826F7-493F-7EE7-6A2B-3515499F8E16}"/>
              </a:ext>
            </a:extLst>
          </p:cNvPr>
          <p:cNvSpPr>
            <a:spLocks noGrp="1"/>
          </p:cNvSpPr>
          <p:nvPr>
            <p:ph sz="quarter" idx="11"/>
          </p:nvPr>
        </p:nvSpPr>
        <p:spPr>
          <a:xfrm>
            <a:off x="266400" y="1836738"/>
            <a:ext cx="4198938" cy="2493962"/>
          </a:xfrm>
          <a:prstGeom prst="rect">
            <a:avLst/>
          </a:prstGeom>
        </p:spPr>
        <p:txBody>
          <a:bodyPr/>
          <a:lstStyle>
            <a:lvl1pPr marL="0" indent="0">
              <a:buClr>
                <a:schemeClr val="bg1"/>
              </a:buClr>
              <a:buFont typeface="Arial" panose="020B0604020202020204" pitchFamily="34" charset="0"/>
              <a:buNone/>
              <a:defRPr sz="1800">
                <a:solidFill>
                  <a:schemeClr val="bg1"/>
                </a:solidFill>
              </a:defRPr>
            </a:lvl1pPr>
            <a:lvl2pPr marL="357188" indent="-182563">
              <a:buClr>
                <a:schemeClr val="bg1"/>
              </a:buClr>
              <a:buFont typeface="Arial" panose="020B0604020202020204" pitchFamily="34" charset="0"/>
              <a:buChar char="̶"/>
              <a:defRPr sz="1600">
                <a:solidFill>
                  <a:schemeClr val="bg1"/>
                </a:solidFill>
              </a:defRPr>
            </a:lvl2pPr>
            <a:lvl3pPr marL="541338" indent="-182563">
              <a:buClr>
                <a:schemeClr val="bg1"/>
              </a:buClr>
              <a:buFont typeface="Wingdings" panose="05000000000000000000" pitchFamily="2" charset="2"/>
              <a:buChar char="§"/>
              <a:defRPr sz="1400">
                <a:solidFill>
                  <a:schemeClr val="bg1"/>
                </a:solidFill>
              </a:defRPr>
            </a:lvl3pPr>
            <a:lvl4pPr marL="715963" indent="-171450">
              <a:buClr>
                <a:schemeClr val="bg1"/>
              </a:buClr>
              <a:buFont typeface="Arial" panose="020B0604020202020204" pitchFamily="34" charset="0"/>
              <a:buChar char="•"/>
              <a:defRPr sz="1400">
                <a:solidFill>
                  <a:schemeClr val="bg1"/>
                </a:solidFill>
              </a:defRPr>
            </a:lvl4pPr>
            <a:lvl5pPr marL="898525" indent="-171450">
              <a:buClr>
                <a:schemeClr val="bg1"/>
              </a:buClr>
              <a:buFont typeface="Arial" panose="020B0604020202020204" pitchFamily="34" charset="0"/>
              <a:buChar char="̵"/>
              <a:defRPr sz="1400">
                <a:solidFill>
                  <a:schemeClr val="bg1"/>
                </a:solidFill>
              </a:defRPr>
            </a:lvl5pPr>
          </a:lstStyle>
          <a:p>
            <a:pPr lvl="0"/>
            <a:r>
              <a:rPr lang="en-US"/>
              <a:t>Click to edit Master text styles</a:t>
            </a:r>
          </a:p>
        </p:txBody>
      </p:sp>
      <p:sp>
        <p:nvSpPr>
          <p:cNvPr id="4" name="Content Placeholder 6">
            <a:extLst>
              <a:ext uri="{FF2B5EF4-FFF2-40B4-BE49-F238E27FC236}">
                <a16:creationId xmlns:a16="http://schemas.microsoft.com/office/drawing/2014/main" id="{C0AC3292-C371-C6A1-F778-78062CFE8624}"/>
              </a:ext>
            </a:extLst>
          </p:cNvPr>
          <p:cNvSpPr>
            <a:spLocks noGrp="1"/>
          </p:cNvSpPr>
          <p:nvPr>
            <p:ph sz="quarter" idx="13"/>
          </p:nvPr>
        </p:nvSpPr>
        <p:spPr>
          <a:xfrm>
            <a:off x="4525962" y="1836738"/>
            <a:ext cx="4198938" cy="2493962"/>
          </a:xfrm>
          <a:prstGeom prst="rect">
            <a:avLst/>
          </a:prstGeom>
        </p:spPr>
        <p:txBody>
          <a:bodyPr/>
          <a:lstStyle>
            <a:lvl1pPr marL="0" indent="0">
              <a:buClr>
                <a:schemeClr val="bg1"/>
              </a:buClr>
              <a:buFont typeface="Arial" panose="020B0604020202020204" pitchFamily="34" charset="0"/>
              <a:buNone/>
              <a:defRPr sz="1800">
                <a:solidFill>
                  <a:schemeClr val="bg1"/>
                </a:solidFill>
              </a:defRPr>
            </a:lvl1pPr>
            <a:lvl2pPr marL="357188" indent="-182563">
              <a:buClr>
                <a:schemeClr val="bg1"/>
              </a:buClr>
              <a:buFont typeface="Arial" panose="020B0604020202020204" pitchFamily="34" charset="0"/>
              <a:buChar char="̶"/>
              <a:defRPr sz="1600">
                <a:solidFill>
                  <a:schemeClr val="bg1"/>
                </a:solidFill>
              </a:defRPr>
            </a:lvl2pPr>
            <a:lvl3pPr marL="541338" indent="-182563">
              <a:buClr>
                <a:schemeClr val="bg1"/>
              </a:buClr>
              <a:buFont typeface="Wingdings" panose="05000000000000000000" pitchFamily="2" charset="2"/>
              <a:buChar char="§"/>
              <a:defRPr sz="1400">
                <a:solidFill>
                  <a:schemeClr val="bg1"/>
                </a:solidFill>
              </a:defRPr>
            </a:lvl3pPr>
            <a:lvl4pPr marL="715963" indent="-171450">
              <a:buClr>
                <a:schemeClr val="bg1"/>
              </a:buClr>
              <a:buFont typeface="Arial" panose="020B0604020202020204" pitchFamily="34" charset="0"/>
              <a:buChar char="•"/>
              <a:defRPr sz="1400">
                <a:solidFill>
                  <a:schemeClr val="bg1"/>
                </a:solidFill>
              </a:defRPr>
            </a:lvl4pPr>
            <a:lvl5pPr marL="898525" indent="-171450">
              <a:buClr>
                <a:schemeClr val="bg1"/>
              </a:buClr>
              <a:buFont typeface="Arial" panose="020B0604020202020204" pitchFamily="34" charset="0"/>
              <a:buChar char="̵"/>
              <a:defRPr sz="1400">
                <a:solidFill>
                  <a:schemeClr val="bg1"/>
                </a:solidFill>
              </a:defRPr>
            </a:lvl5pPr>
          </a:lstStyle>
          <a:p>
            <a:pPr lvl="0"/>
            <a:r>
              <a:rPr lang="en-US"/>
              <a:t>Click to edit Master text styles</a:t>
            </a:r>
          </a:p>
        </p:txBody>
      </p:sp>
      <p:pic>
        <p:nvPicPr>
          <p:cNvPr id="5" name="Logo">
            <a:extLst>
              <a:ext uri="{FF2B5EF4-FFF2-40B4-BE49-F238E27FC236}">
                <a16:creationId xmlns:a16="http://schemas.microsoft.com/office/drawing/2014/main" id="{32ACB8A2-B5E4-0DC3-D577-C0B2659200E9}"/>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black">
          <a:xfrm>
            <a:off x="327214" y="4410406"/>
            <a:ext cx="1440000" cy="395077"/>
          </a:xfrm>
          <a:prstGeom prst="rect">
            <a:avLst/>
          </a:prstGeom>
        </p:spPr>
      </p:pic>
    </p:spTree>
    <p:extLst>
      <p:ext uri="{BB962C8B-B14F-4D97-AF65-F5344CB8AC3E}">
        <p14:creationId xmlns:p14="http://schemas.microsoft.com/office/powerpoint/2010/main" val="3461237493"/>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Light Pink Background Single Header 1 1 1" preserve="1" userDrawn="1">
  <p:cSld name="Title only 3">
    <p:spTree>
      <p:nvGrpSpPr>
        <p:cNvPr id="1" name="Shape 117"/>
        <p:cNvGrpSpPr/>
        <p:nvPr/>
      </p:nvGrpSpPr>
      <p:grpSpPr>
        <a:xfrm>
          <a:off x="0" y="0"/>
          <a:ext cx="0" cy="0"/>
          <a:chOff x="0" y="0"/>
          <a:chExt cx="0" cy="0"/>
        </a:xfrm>
      </p:grpSpPr>
      <p:pic>
        <p:nvPicPr>
          <p:cNvPr id="2" name="Picture 1">
            <a:extLst>
              <a:ext uri="{FF2B5EF4-FFF2-40B4-BE49-F238E27FC236}">
                <a16:creationId xmlns:a16="http://schemas.microsoft.com/office/drawing/2014/main" id="{E1083355-53AD-D763-F445-CDB60F00C99B}"/>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bwMode="hidden">
          <a:xfrm>
            <a:off x="5284898" y="-1143"/>
            <a:ext cx="3859102" cy="1700931"/>
          </a:xfrm>
          <a:prstGeom prst="rect">
            <a:avLst/>
          </a:prstGeom>
        </p:spPr>
      </p:pic>
      <p:sp>
        <p:nvSpPr>
          <p:cNvPr id="4" name="Title 2">
            <a:extLst>
              <a:ext uri="{FF2B5EF4-FFF2-40B4-BE49-F238E27FC236}">
                <a16:creationId xmlns:a16="http://schemas.microsoft.com/office/drawing/2014/main" id="{06DF9D07-1CB9-F9D2-021E-E947B9CB2B6E}"/>
              </a:ext>
            </a:extLst>
          </p:cNvPr>
          <p:cNvSpPr>
            <a:spLocks noGrp="1"/>
          </p:cNvSpPr>
          <p:nvPr>
            <p:ph type="title"/>
          </p:nvPr>
        </p:nvSpPr>
        <p:spPr>
          <a:xfrm>
            <a:off x="266400" y="1263600"/>
            <a:ext cx="8460000" cy="522000"/>
          </a:xfrm>
          <a:prstGeom prst="rect">
            <a:avLst/>
          </a:prstGeom>
        </p:spPr>
        <p:txBody>
          <a:bodyPr/>
          <a:lstStyle>
            <a:lvl1pPr>
              <a:defRPr sz="2800">
                <a:solidFill>
                  <a:schemeClr val="bg1"/>
                </a:solidFill>
              </a:defRPr>
            </a:lvl1pPr>
          </a:lstStyle>
          <a:p>
            <a:r>
              <a:rPr lang="en-US"/>
              <a:t>Click to edit Master title style</a:t>
            </a:r>
            <a:endParaRPr lang="en-GB" dirty="0"/>
          </a:p>
        </p:txBody>
      </p:sp>
      <p:pic>
        <p:nvPicPr>
          <p:cNvPr id="5" name="Logo">
            <a:extLst>
              <a:ext uri="{FF2B5EF4-FFF2-40B4-BE49-F238E27FC236}">
                <a16:creationId xmlns:a16="http://schemas.microsoft.com/office/drawing/2014/main" id="{36638EFC-7933-191A-E24C-916EA37E5E43}"/>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black">
          <a:xfrm>
            <a:off x="327214" y="4410406"/>
            <a:ext cx="1440000" cy="395077"/>
          </a:xfrm>
          <a:prstGeom prst="rect">
            <a:avLst/>
          </a:prstGeom>
        </p:spPr>
      </p:pic>
    </p:spTree>
    <p:extLst>
      <p:ext uri="{BB962C8B-B14F-4D97-AF65-F5344CB8AC3E}">
        <p14:creationId xmlns:p14="http://schemas.microsoft.com/office/powerpoint/2010/main" val="938212316"/>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Light Pink Background Single Header 1 1 1" preserve="1" userDrawn="1">
  <p:cSld name="Title and text 4">
    <p:spTree>
      <p:nvGrpSpPr>
        <p:cNvPr id="1" name="Shape 117"/>
        <p:cNvGrpSpPr/>
        <p:nvPr/>
      </p:nvGrpSpPr>
      <p:grpSpPr>
        <a:xfrm>
          <a:off x="0" y="0"/>
          <a:ext cx="0" cy="0"/>
          <a:chOff x="0" y="0"/>
          <a:chExt cx="0" cy="0"/>
        </a:xfrm>
      </p:grpSpPr>
      <p:pic>
        <p:nvPicPr>
          <p:cNvPr id="2" name="Picture 1">
            <a:extLst>
              <a:ext uri="{FF2B5EF4-FFF2-40B4-BE49-F238E27FC236}">
                <a16:creationId xmlns:a16="http://schemas.microsoft.com/office/drawing/2014/main" id="{7E9B4A7B-EB60-73BE-A7F6-1EE500CD54DB}"/>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bwMode="hidden">
          <a:xfrm>
            <a:off x="5284898" y="-1143"/>
            <a:ext cx="3859102" cy="1700931"/>
          </a:xfrm>
          <a:prstGeom prst="rect">
            <a:avLst/>
          </a:prstGeom>
        </p:spPr>
      </p:pic>
      <p:sp>
        <p:nvSpPr>
          <p:cNvPr id="9" name="Title 2">
            <a:extLst>
              <a:ext uri="{FF2B5EF4-FFF2-40B4-BE49-F238E27FC236}">
                <a16:creationId xmlns:a16="http://schemas.microsoft.com/office/drawing/2014/main" id="{9466E073-5B03-49FC-99D2-2EA2EAC470B8}"/>
              </a:ext>
            </a:extLst>
          </p:cNvPr>
          <p:cNvSpPr>
            <a:spLocks noGrp="1"/>
          </p:cNvSpPr>
          <p:nvPr>
            <p:ph type="title"/>
          </p:nvPr>
        </p:nvSpPr>
        <p:spPr>
          <a:xfrm>
            <a:off x="266400" y="1263600"/>
            <a:ext cx="8460000" cy="522000"/>
          </a:xfrm>
          <a:prstGeom prst="rect">
            <a:avLst/>
          </a:prstGeom>
        </p:spPr>
        <p:txBody>
          <a:bodyPr/>
          <a:lstStyle>
            <a:lvl1pPr>
              <a:defRPr sz="2800">
                <a:solidFill>
                  <a:schemeClr val="bg1"/>
                </a:solidFill>
              </a:defRPr>
            </a:lvl1pPr>
          </a:lstStyle>
          <a:p>
            <a:r>
              <a:rPr lang="en-US"/>
              <a:t>Click to edit Master title style</a:t>
            </a:r>
            <a:endParaRPr lang="en-GB" dirty="0"/>
          </a:p>
        </p:txBody>
      </p:sp>
      <p:sp>
        <p:nvSpPr>
          <p:cNvPr id="14" name="Content Placeholder 13">
            <a:extLst>
              <a:ext uri="{FF2B5EF4-FFF2-40B4-BE49-F238E27FC236}">
                <a16:creationId xmlns:a16="http://schemas.microsoft.com/office/drawing/2014/main" id="{A3E31725-4EED-2ADE-920B-473753605C42}"/>
              </a:ext>
            </a:extLst>
          </p:cNvPr>
          <p:cNvSpPr>
            <a:spLocks noGrp="1"/>
          </p:cNvSpPr>
          <p:nvPr>
            <p:ph sz="quarter" idx="13"/>
          </p:nvPr>
        </p:nvSpPr>
        <p:spPr>
          <a:xfrm>
            <a:off x="266700" y="1836738"/>
            <a:ext cx="8459788" cy="2493962"/>
          </a:xfrm>
        </p:spPr>
        <p:txBody>
          <a:bodyPr/>
          <a:lstStyle>
            <a:lvl1pPr marL="0" indent="0">
              <a:buFont typeface="Arial" panose="020B0604020202020204" pitchFamily="34" charset="0"/>
              <a:buNone/>
              <a:defRPr/>
            </a:lvl1pPr>
            <a:lvl2pPr marL="357188" indent="-182563">
              <a:defRPr/>
            </a:lvl2pPr>
            <a:lvl3pPr marL="538163" indent="-174625">
              <a:defRPr/>
            </a:lvl3pPr>
            <a:lvl4pPr marL="717550" indent="-179388">
              <a:buFont typeface="Arial" panose="020B0604020202020204" pitchFamily="34" charset="0"/>
              <a:buChar char="•"/>
              <a:defRPr/>
            </a:lvl4pPr>
            <a:lvl5pPr marL="896938" indent="-176213">
              <a:buFont typeface="Arial" panose="020B0604020202020204" pitchFamily="34" charset="0"/>
              <a:buChar char="̵"/>
              <a:defRPr/>
            </a:lvl5pPr>
          </a:lstStyle>
          <a:p>
            <a:pPr lvl="0"/>
            <a:r>
              <a:rPr lang="en-US"/>
              <a:t>Click to edit Master text styles</a:t>
            </a:r>
          </a:p>
        </p:txBody>
      </p:sp>
      <p:pic>
        <p:nvPicPr>
          <p:cNvPr id="4" name="Logo">
            <a:extLst>
              <a:ext uri="{FF2B5EF4-FFF2-40B4-BE49-F238E27FC236}">
                <a16:creationId xmlns:a16="http://schemas.microsoft.com/office/drawing/2014/main" id="{286BCEDD-66B7-2373-DA08-F1A9C8E9C90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black">
          <a:xfrm>
            <a:off x="327214" y="4410406"/>
            <a:ext cx="1440000" cy="395077"/>
          </a:xfrm>
          <a:prstGeom prst="rect">
            <a:avLst/>
          </a:prstGeom>
        </p:spPr>
      </p:pic>
    </p:spTree>
    <p:extLst>
      <p:ext uri="{BB962C8B-B14F-4D97-AF65-F5344CB8AC3E}">
        <p14:creationId xmlns:p14="http://schemas.microsoft.com/office/powerpoint/2010/main" val="4063176985"/>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Light Pink Background Single Header 1 1 1" preserve="1" userDrawn="1">
  <p:cSld name="Title and two columns 4">
    <p:spTree>
      <p:nvGrpSpPr>
        <p:cNvPr id="1" name="Shape 117"/>
        <p:cNvGrpSpPr/>
        <p:nvPr/>
      </p:nvGrpSpPr>
      <p:grpSpPr>
        <a:xfrm>
          <a:off x="0" y="0"/>
          <a:ext cx="0" cy="0"/>
          <a:chOff x="0" y="0"/>
          <a:chExt cx="0" cy="0"/>
        </a:xfrm>
      </p:grpSpPr>
      <p:pic>
        <p:nvPicPr>
          <p:cNvPr id="2" name="Picture 1">
            <a:extLst>
              <a:ext uri="{FF2B5EF4-FFF2-40B4-BE49-F238E27FC236}">
                <a16:creationId xmlns:a16="http://schemas.microsoft.com/office/drawing/2014/main" id="{7E9B4A7B-EB60-73BE-A7F6-1EE500CD54DB}"/>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bwMode="hidden">
          <a:xfrm>
            <a:off x="5284898" y="-1143"/>
            <a:ext cx="3859102" cy="1700931"/>
          </a:xfrm>
          <a:prstGeom prst="rect">
            <a:avLst/>
          </a:prstGeom>
        </p:spPr>
      </p:pic>
      <p:sp>
        <p:nvSpPr>
          <p:cNvPr id="6" name="Title 2">
            <a:extLst>
              <a:ext uri="{FF2B5EF4-FFF2-40B4-BE49-F238E27FC236}">
                <a16:creationId xmlns:a16="http://schemas.microsoft.com/office/drawing/2014/main" id="{34409D21-6FFB-E1F0-3D42-7EF9D5BC2564}"/>
              </a:ext>
            </a:extLst>
          </p:cNvPr>
          <p:cNvSpPr>
            <a:spLocks noGrp="1"/>
          </p:cNvSpPr>
          <p:nvPr>
            <p:ph type="title"/>
          </p:nvPr>
        </p:nvSpPr>
        <p:spPr>
          <a:xfrm>
            <a:off x="266400" y="1263600"/>
            <a:ext cx="8460000" cy="522000"/>
          </a:xfrm>
          <a:prstGeom prst="rect">
            <a:avLst/>
          </a:prstGeom>
        </p:spPr>
        <p:txBody>
          <a:bodyPr/>
          <a:lstStyle>
            <a:lvl1pPr>
              <a:defRPr sz="2800">
                <a:solidFill>
                  <a:schemeClr val="bg1"/>
                </a:solidFill>
              </a:defRPr>
            </a:lvl1pPr>
          </a:lstStyle>
          <a:p>
            <a:r>
              <a:rPr lang="en-US"/>
              <a:t>Click to edit Master title style</a:t>
            </a:r>
            <a:endParaRPr lang="en-GB" dirty="0"/>
          </a:p>
        </p:txBody>
      </p:sp>
      <p:sp>
        <p:nvSpPr>
          <p:cNvPr id="4" name="Content Placeholder 6">
            <a:extLst>
              <a:ext uri="{FF2B5EF4-FFF2-40B4-BE49-F238E27FC236}">
                <a16:creationId xmlns:a16="http://schemas.microsoft.com/office/drawing/2014/main" id="{DEA31DF9-7DF7-5668-93E3-02740071EEA6}"/>
              </a:ext>
            </a:extLst>
          </p:cNvPr>
          <p:cNvSpPr>
            <a:spLocks noGrp="1"/>
          </p:cNvSpPr>
          <p:nvPr>
            <p:ph sz="quarter" idx="11"/>
          </p:nvPr>
        </p:nvSpPr>
        <p:spPr>
          <a:xfrm>
            <a:off x="266700" y="1836738"/>
            <a:ext cx="4198938" cy="2493962"/>
          </a:xfrm>
          <a:prstGeom prst="rect">
            <a:avLst/>
          </a:prstGeom>
        </p:spPr>
        <p:txBody>
          <a:bodyPr/>
          <a:lstStyle>
            <a:lvl1pPr marL="0" indent="0">
              <a:buClr>
                <a:schemeClr val="bg1"/>
              </a:buClr>
              <a:buFont typeface="Arial" panose="020B0604020202020204" pitchFamily="34" charset="0"/>
              <a:buNone/>
              <a:defRPr sz="1800">
                <a:solidFill>
                  <a:schemeClr val="bg1"/>
                </a:solidFill>
              </a:defRPr>
            </a:lvl1pPr>
            <a:lvl2pPr marL="357188" indent="-182563">
              <a:buClr>
                <a:schemeClr val="bg1"/>
              </a:buClr>
              <a:buFont typeface="Arial" panose="020B0604020202020204" pitchFamily="34" charset="0"/>
              <a:buChar char="̶"/>
              <a:defRPr sz="1600">
                <a:solidFill>
                  <a:schemeClr val="bg1"/>
                </a:solidFill>
              </a:defRPr>
            </a:lvl2pPr>
            <a:lvl3pPr marL="541338" indent="-182563">
              <a:buClr>
                <a:schemeClr val="bg1"/>
              </a:buClr>
              <a:buFont typeface="Wingdings" panose="05000000000000000000" pitchFamily="2" charset="2"/>
              <a:buChar char="§"/>
              <a:defRPr sz="1400">
                <a:solidFill>
                  <a:schemeClr val="bg1"/>
                </a:solidFill>
              </a:defRPr>
            </a:lvl3pPr>
            <a:lvl4pPr marL="715963" indent="-171450">
              <a:buClr>
                <a:schemeClr val="bg1"/>
              </a:buClr>
              <a:buFont typeface="Arial" panose="020B0604020202020204" pitchFamily="34" charset="0"/>
              <a:buChar char="•"/>
              <a:defRPr sz="1400">
                <a:solidFill>
                  <a:schemeClr val="bg1"/>
                </a:solidFill>
              </a:defRPr>
            </a:lvl4pPr>
            <a:lvl5pPr marL="898525" indent="-171450">
              <a:buClr>
                <a:schemeClr val="bg1"/>
              </a:buClr>
              <a:buFont typeface="Arial" panose="020B0604020202020204" pitchFamily="34" charset="0"/>
              <a:buChar char="̵"/>
              <a:defRPr sz="1400">
                <a:solidFill>
                  <a:schemeClr val="bg1"/>
                </a:solidFill>
              </a:defRPr>
            </a:lvl5pPr>
          </a:lstStyle>
          <a:p>
            <a:pPr lvl="0"/>
            <a:r>
              <a:rPr lang="en-US"/>
              <a:t>Click to edit Master text styles</a:t>
            </a:r>
          </a:p>
        </p:txBody>
      </p:sp>
      <p:sp>
        <p:nvSpPr>
          <p:cNvPr id="5" name="Content Placeholder 6">
            <a:extLst>
              <a:ext uri="{FF2B5EF4-FFF2-40B4-BE49-F238E27FC236}">
                <a16:creationId xmlns:a16="http://schemas.microsoft.com/office/drawing/2014/main" id="{E3A35FCB-A612-5276-122C-ADBE8276A8C4}"/>
              </a:ext>
            </a:extLst>
          </p:cNvPr>
          <p:cNvSpPr>
            <a:spLocks noGrp="1"/>
          </p:cNvSpPr>
          <p:nvPr>
            <p:ph sz="quarter" idx="13"/>
          </p:nvPr>
        </p:nvSpPr>
        <p:spPr>
          <a:xfrm>
            <a:off x="4525962" y="1836738"/>
            <a:ext cx="4198938" cy="2493962"/>
          </a:xfrm>
          <a:prstGeom prst="rect">
            <a:avLst/>
          </a:prstGeom>
        </p:spPr>
        <p:txBody>
          <a:bodyPr/>
          <a:lstStyle>
            <a:lvl1pPr marL="0" indent="0">
              <a:buClr>
                <a:schemeClr val="bg1"/>
              </a:buClr>
              <a:buFont typeface="Arial" panose="020B0604020202020204" pitchFamily="34" charset="0"/>
              <a:buNone/>
              <a:defRPr sz="1800">
                <a:solidFill>
                  <a:schemeClr val="bg1"/>
                </a:solidFill>
              </a:defRPr>
            </a:lvl1pPr>
            <a:lvl2pPr marL="357188" indent="-182563">
              <a:buClr>
                <a:schemeClr val="bg1"/>
              </a:buClr>
              <a:buFont typeface="Arial" panose="020B0604020202020204" pitchFamily="34" charset="0"/>
              <a:buChar char="̶"/>
              <a:defRPr sz="1600">
                <a:solidFill>
                  <a:schemeClr val="bg1"/>
                </a:solidFill>
              </a:defRPr>
            </a:lvl2pPr>
            <a:lvl3pPr marL="541338" indent="-182563">
              <a:buClr>
                <a:schemeClr val="bg1"/>
              </a:buClr>
              <a:buFont typeface="Wingdings" panose="05000000000000000000" pitchFamily="2" charset="2"/>
              <a:buChar char="§"/>
              <a:defRPr sz="1400">
                <a:solidFill>
                  <a:schemeClr val="bg1"/>
                </a:solidFill>
              </a:defRPr>
            </a:lvl3pPr>
            <a:lvl4pPr marL="715963" indent="-171450">
              <a:buClr>
                <a:schemeClr val="bg1"/>
              </a:buClr>
              <a:buFont typeface="Arial" panose="020B0604020202020204" pitchFamily="34" charset="0"/>
              <a:buChar char="•"/>
              <a:defRPr sz="1400">
                <a:solidFill>
                  <a:schemeClr val="bg1"/>
                </a:solidFill>
              </a:defRPr>
            </a:lvl4pPr>
            <a:lvl5pPr marL="898525" indent="-171450">
              <a:buClr>
                <a:schemeClr val="bg1"/>
              </a:buClr>
              <a:buFont typeface="Arial" panose="020B0604020202020204" pitchFamily="34" charset="0"/>
              <a:buChar char="̵"/>
              <a:defRPr sz="1400">
                <a:solidFill>
                  <a:schemeClr val="bg1"/>
                </a:solidFill>
              </a:defRPr>
            </a:lvl5pPr>
          </a:lstStyle>
          <a:p>
            <a:pPr lvl="0"/>
            <a:r>
              <a:rPr lang="en-US"/>
              <a:t>Click to edit Master text styles</a:t>
            </a:r>
          </a:p>
        </p:txBody>
      </p:sp>
      <p:pic>
        <p:nvPicPr>
          <p:cNvPr id="7" name="Logo">
            <a:extLst>
              <a:ext uri="{FF2B5EF4-FFF2-40B4-BE49-F238E27FC236}">
                <a16:creationId xmlns:a16="http://schemas.microsoft.com/office/drawing/2014/main" id="{4B0923E0-A4B1-F399-3CAC-9CC6EC41291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black">
          <a:xfrm>
            <a:off x="327214" y="4410406"/>
            <a:ext cx="1440000" cy="395077"/>
          </a:xfrm>
          <a:prstGeom prst="rect">
            <a:avLst/>
          </a:prstGeom>
        </p:spPr>
      </p:pic>
    </p:spTree>
    <p:extLst>
      <p:ext uri="{BB962C8B-B14F-4D97-AF65-F5344CB8AC3E}">
        <p14:creationId xmlns:p14="http://schemas.microsoft.com/office/powerpoint/2010/main" val="1979848867"/>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Light Pink Background Single Header 1 1 1" preserve="1" userDrawn="1">
  <p:cSld name="Title only 4">
    <p:spTree>
      <p:nvGrpSpPr>
        <p:cNvPr id="1" name="Shape 117"/>
        <p:cNvGrpSpPr/>
        <p:nvPr/>
      </p:nvGrpSpPr>
      <p:grpSpPr>
        <a:xfrm>
          <a:off x="0" y="0"/>
          <a:ext cx="0" cy="0"/>
          <a:chOff x="0" y="0"/>
          <a:chExt cx="0" cy="0"/>
        </a:xfrm>
      </p:grpSpPr>
      <p:pic>
        <p:nvPicPr>
          <p:cNvPr id="2" name="Picture 1">
            <a:extLst>
              <a:ext uri="{FF2B5EF4-FFF2-40B4-BE49-F238E27FC236}">
                <a16:creationId xmlns:a16="http://schemas.microsoft.com/office/drawing/2014/main" id="{7E9B4A7B-EB60-73BE-A7F6-1EE500CD54DB}"/>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bwMode="hidden">
          <a:xfrm>
            <a:off x="5284898" y="-1143"/>
            <a:ext cx="3859102" cy="1700931"/>
          </a:xfrm>
          <a:prstGeom prst="rect">
            <a:avLst/>
          </a:prstGeom>
        </p:spPr>
      </p:pic>
      <p:sp>
        <p:nvSpPr>
          <p:cNvPr id="4" name="Title 2">
            <a:extLst>
              <a:ext uri="{FF2B5EF4-FFF2-40B4-BE49-F238E27FC236}">
                <a16:creationId xmlns:a16="http://schemas.microsoft.com/office/drawing/2014/main" id="{3AF8CCA4-00DE-A4B4-EA17-2EC98F14B59E}"/>
              </a:ext>
            </a:extLst>
          </p:cNvPr>
          <p:cNvSpPr>
            <a:spLocks noGrp="1"/>
          </p:cNvSpPr>
          <p:nvPr>
            <p:ph type="title"/>
          </p:nvPr>
        </p:nvSpPr>
        <p:spPr>
          <a:xfrm>
            <a:off x="266400" y="1263600"/>
            <a:ext cx="8460000" cy="522000"/>
          </a:xfrm>
          <a:prstGeom prst="rect">
            <a:avLst/>
          </a:prstGeom>
        </p:spPr>
        <p:txBody>
          <a:bodyPr/>
          <a:lstStyle>
            <a:lvl1pPr>
              <a:defRPr sz="2800">
                <a:solidFill>
                  <a:schemeClr val="bg1"/>
                </a:solidFill>
              </a:defRPr>
            </a:lvl1pPr>
          </a:lstStyle>
          <a:p>
            <a:r>
              <a:rPr lang="en-US"/>
              <a:t>Click to edit Master title style</a:t>
            </a:r>
            <a:endParaRPr lang="en-GB" dirty="0"/>
          </a:p>
        </p:txBody>
      </p:sp>
      <p:pic>
        <p:nvPicPr>
          <p:cNvPr id="5" name="Logo">
            <a:extLst>
              <a:ext uri="{FF2B5EF4-FFF2-40B4-BE49-F238E27FC236}">
                <a16:creationId xmlns:a16="http://schemas.microsoft.com/office/drawing/2014/main" id="{3B506BCB-B7E7-F00B-F58E-243DDE9FCBE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black">
          <a:xfrm>
            <a:off x="327214" y="4410406"/>
            <a:ext cx="1440000" cy="395077"/>
          </a:xfrm>
          <a:prstGeom prst="rect">
            <a:avLst/>
          </a:prstGeom>
        </p:spPr>
      </p:pic>
    </p:spTree>
    <p:extLst>
      <p:ext uri="{BB962C8B-B14F-4D97-AF65-F5344CB8AC3E}">
        <p14:creationId xmlns:p14="http://schemas.microsoft.com/office/powerpoint/2010/main" val="1309826555"/>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Light Pink Background Single Header 1 1 1" preserve="1" userDrawn="1">
  <p:cSld name="Title and text 5">
    <p:spTree>
      <p:nvGrpSpPr>
        <p:cNvPr id="1" name="Shape 117"/>
        <p:cNvGrpSpPr/>
        <p:nvPr/>
      </p:nvGrpSpPr>
      <p:grpSpPr>
        <a:xfrm>
          <a:off x="0" y="0"/>
          <a:ext cx="0" cy="0"/>
          <a:chOff x="0" y="0"/>
          <a:chExt cx="0" cy="0"/>
        </a:xfrm>
      </p:grpSpPr>
      <p:pic>
        <p:nvPicPr>
          <p:cNvPr id="2" name="Picture 1">
            <a:extLst>
              <a:ext uri="{FF2B5EF4-FFF2-40B4-BE49-F238E27FC236}">
                <a16:creationId xmlns:a16="http://schemas.microsoft.com/office/drawing/2014/main" id="{E8595316-7274-041D-72AD-F0AA7BD5E1C7}"/>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bwMode="hidden">
          <a:xfrm>
            <a:off x="5284898" y="2357"/>
            <a:ext cx="3859102" cy="1700931"/>
          </a:xfrm>
          <a:prstGeom prst="rect">
            <a:avLst/>
          </a:prstGeom>
        </p:spPr>
      </p:pic>
      <p:sp>
        <p:nvSpPr>
          <p:cNvPr id="9" name="Title 2">
            <a:extLst>
              <a:ext uri="{FF2B5EF4-FFF2-40B4-BE49-F238E27FC236}">
                <a16:creationId xmlns:a16="http://schemas.microsoft.com/office/drawing/2014/main" id="{96025ED5-FEA8-B0E5-BC29-212D40B0A5ED}"/>
              </a:ext>
            </a:extLst>
          </p:cNvPr>
          <p:cNvSpPr>
            <a:spLocks noGrp="1"/>
          </p:cNvSpPr>
          <p:nvPr>
            <p:ph type="title"/>
          </p:nvPr>
        </p:nvSpPr>
        <p:spPr>
          <a:xfrm>
            <a:off x="266400" y="1263600"/>
            <a:ext cx="8460000" cy="522000"/>
          </a:xfrm>
          <a:prstGeom prst="rect">
            <a:avLst/>
          </a:prstGeom>
        </p:spPr>
        <p:txBody>
          <a:bodyPr/>
          <a:lstStyle>
            <a:lvl1pPr>
              <a:defRPr sz="2800">
                <a:solidFill>
                  <a:schemeClr val="bg1"/>
                </a:solidFill>
              </a:defRPr>
            </a:lvl1pPr>
          </a:lstStyle>
          <a:p>
            <a:r>
              <a:rPr lang="en-US"/>
              <a:t>Click to edit Master title style</a:t>
            </a:r>
            <a:endParaRPr lang="en-GB" dirty="0"/>
          </a:p>
        </p:txBody>
      </p:sp>
      <p:sp>
        <p:nvSpPr>
          <p:cNvPr id="13" name="Content Placeholder 12">
            <a:extLst>
              <a:ext uri="{FF2B5EF4-FFF2-40B4-BE49-F238E27FC236}">
                <a16:creationId xmlns:a16="http://schemas.microsoft.com/office/drawing/2014/main" id="{7AF626D8-243C-CD10-1D58-CA11FEA37030}"/>
              </a:ext>
            </a:extLst>
          </p:cNvPr>
          <p:cNvSpPr>
            <a:spLocks noGrp="1"/>
          </p:cNvSpPr>
          <p:nvPr>
            <p:ph sz="quarter" idx="13"/>
          </p:nvPr>
        </p:nvSpPr>
        <p:spPr>
          <a:xfrm>
            <a:off x="266700" y="1836738"/>
            <a:ext cx="8459788" cy="2493962"/>
          </a:xfrm>
        </p:spPr>
        <p:txBody>
          <a:bodyPr/>
          <a:lstStyle>
            <a:lvl1pPr marL="0" indent="0">
              <a:buFont typeface="Arial" panose="020B0604020202020204" pitchFamily="34" charset="0"/>
              <a:buNone/>
              <a:defRPr/>
            </a:lvl1pPr>
            <a:lvl2pPr marL="357188" indent="-182563">
              <a:defRPr/>
            </a:lvl2pPr>
            <a:lvl3pPr marL="538163" indent="-174625">
              <a:defRPr/>
            </a:lvl3pPr>
            <a:lvl4pPr marL="717550" indent="-182563">
              <a:buFont typeface="Arial" panose="020B0604020202020204" pitchFamily="34" charset="0"/>
              <a:buChar char="•"/>
              <a:defRPr/>
            </a:lvl4pPr>
            <a:lvl5pPr marL="896938" indent="-176213">
              <a:buFont typeface="Arial" panose="020B0604020202020204" pitchFamily="34" charset="0"/>
              <a:buChar char="̵"/>
              <a:defRPr/>
            </a:lvl5pPr>
          </a:lstStyle>
          <a:p>
            <a:pPr lvl="0"/>
            <a:r>
              <a:rPr lang="en-US"/>
              <a:t>Click to edit Master text styles</a:t>
            </a:r>
          </a:p>
        </p:txBody>
      </p:sp>
      <p:pic>
        <p:nvPicPr>
          <p:cNvPr id="4" name="Logo">
            <a:extLst>
              <a:ext uri="{FF2B5EF4-FFF2-40B4-BE49-F238E27FC236}">
                <a16:creationId xmlns:a16="http://schemas.microsoft.com/office/drawing/2014/main" id="{531345BE-030A-7E15-3B6D-FC91B6A76D0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black">
          <a:xfrm>
            <a:off x="327214" y="4410406"/>
            <a:ext cx="1440000" cy="395077"/>
          </a:xfrm>
          <a:prstGeom prst="rect">
            <a:avLst/>
          </a:prstGeom>
        </p:spPr>
      </p:pic>
    </p:spTree>
    <p:extLst>
      <p:ext uri="{BB962C8B-B14F-4D97-AF65-F5344CB8AC3E}">
        <p14:creationId xmlns:p14="http://schemas.microsoft.com/office/powerpoint/2010/main" val="78900015"/>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Light Pink Background Single Header 1 1 1" preserve="1" userDrawn="1">
  <p:cSld name="Title and two columns 5">
    <p:spTree>
      <p:nvGrpSpPr>
        <p:cNvPr id="1" name="Shape 117"/>
        <p:cNvGrpSpPr/>
        <p:nvPr/>
      </p:nvGrpSpPr>
      <p:grpSpPr>
        <a:xfrm>
          <a:off x="0" y="0"/>
          <a:ext cx="0" cy="0"/>
          <a:chOff x="0" y="0"/>
          <a:chExt cx="0" cy="0"/>
        </a:xfrm>
      </p:grpSpPr>
      <p:pic>
        <p:nvPicPr>
          <p:cNvPr id="2" name="Picture 1">
            <a:extLst>
              <a:ext uri="{FF2B5EF4-FFF2-40B4-BE49-F238E27FC236}">
                <a16:creationId xmlns:a16="http://schemas.microsoft.com/office/drawing/2014/main" id="{E8595316-7274-041D-72AD-F0AA7BD5E1C7}"/>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bwMode="hidden">
          <a:xfrm>
            <a:off x="5284898" y="2357"/>
            <a:ext cx="3859102" cy="1700931"/>
          </a:xfrm>
          <a:prstGeom prst="rect">
            <a:avLst/>
          </a:prstGeom>
        </p:spPr>
      </p:pic>
      <p:sp>
        <p:nvSpPr>
          <p:cNvPr id="4" name="Title 2">
            <a:extLst>
              <a:ext uri="{FF2B5EF4-FFF2-40B4-BE49-F238E27FC236}">
                <a16:creationId xmlns:a16="http://schemas.microsoft.com/office/drawing/2014/main" id="{63B69713-FD89-8D77-22B4-D98DC6FC6344}"/>
              </a:ext>
            </a:extLst>
          </p:cNvPr>
          <p:cNvSpPr>
            <a:spLocks noGrp="1"/>
          </p:cNvSpPr>
          <p:nvPr>
            <p:ph type="title"/>
          </p:nvPr>
        </p:nvSpPr>
        <p:spPr>
          <a:xfrm>
            <a:off x="266400" y="1263600"/>
            <a:ext cx="8460000" cy="522000"/>
          </a:xfrm>
          <a:prstGeom prst="rect">
            <a:avLst/>
          </a:prstGeom>
        </p:spPr>
        <p:txBody>
          <a:bodyPr/>
          <a:lstStyle>
            <a:lvl1pPr>
              <a:defRPr sz="2800">
                <a:solidFill>
                  <a:schemeClr val="bg1"/>
                </a:solidFill>
              </a:defRPr>
            </a:lvl1pPr>
          </a:lstStyle>
          <a:p>
            <a:r>
              <a:rPr lang="en-US"/>
              <a:t>Click to edit Master title style</a:t>
            </a:r>
            <a:endParaRPr lang="en-GB" dirty="0"/>
          </a:p>
        </p:txBody>
      </p:sp>
      <p:sp>
        <p:nvSpPr>
          <p:cNvPr id="5" name="Content Placeholder 6">
            <a:extLst>
              <a:ext uri="{FF2B5EF4-FFF2-40B4-BE49-F238E27FC236}">
                <a16:creationId xmlns:a16="http://schemas.microsoft.com/office/drawing/2014/main" id="{4EC142A1-6515-226E-3417-653A3EE3E730}"/>
              </a:ext>
            </a:extLst>
          </p:cNvPr>
          <p:cNvSpPr>
            <a:spLocks noGrp="1"/>
          </p:cNvSpPr>
          <p:nvPr>
            <p:ph sz="quarter" idx="11"/>
          </p:nvPr>
        </p:nvSpPr>
        <p:spPr>
          <a:xfrm>
            <a:off x="266700" y="1836738"/>
            <a:ext cx="4198938" cy="2493962"/>
          </a:xfrm>
          <a:prstGeom prst="rect">
            <a:avLst/>
          </a:prstGeom>
        </p:spPr>
        <p:txBody>
          <a:bodyPr/>
          <a:lstStyle>
            <a:lvl1pPr marL="0" indent="0">
              <a:buClr>
                <a:schemeClr val="bg1"/>
              </a:buClr>
              <a:buFont typeface="Arial" panose="020B0604020202020204" pitchFamily="34" charset="0"/>
              <a:buNone/>
              <a:defRPr sz="1800">
                <a:solidFill>
                  <a:schemeClr val="bg1"/>
                </a:solidFill>
              </a:defRPr>
            </a:lvl1pPr>
            <a:lvl2pPr marL="357188" indent="-182563">
              <a:buClr>
                <a:schemeClr val="bg1"/>
              </a:buClr>
              <a:buFont typeface="Arial" panose="020B0604020202020204" pitchFamily="34" charset="0"/>
              <a:buChar char="̶"/>
              <a:defRPr sz="1600">
                <a:solidFill>
                  <a:schemeClr val="bg1"/>
                </a:solidFill>
              </a:defRPr>
            </a:lvl2pPr>
            <a:lvl3pPr marL="538163" indent="-182563">
              <a:buClr>
                <a:schemeClr val="bg1"/>
              </a:buClr>
              <a:buFont typeface="Wingdings" panose="05000000000000000000" pitchFamily="2" charset="2"/>
              <a:buChar char="§"/>
              <a:defRPr sz="1400">
                <a:solidFill>
                  <a:schemeClr val="bg1"/>
                </a:solidFill>
              </a:defRPr>
            </a:lvl3pPr>
            <a:lvl4pPr marL="715963" indent="-171450">
              <a:buClr>
                <a:schemeClr val="bg1"/>
              </a:buClr>
              <a:buFont typeface="Arial" panose="020B0604020202020204" pitchFamily="34" charset="0"/>
              <a:buChar char="•"/>
              <a:defRPr sz="1400">
                <a:solidFill>
                  <a:schemeClr val="bg1"/>
                </a:solidFill>
              </a:defRPr>
            </a:lvl4pPr>
            <a:lvl5pPr marL="898525" indent="-171450">
              <a:buClr>
                <a:schemeClr val="bg1"/>
              </a:buClr>
              <a:buFont typeface="Arial" panose="020B0604020202020204" pitchFamily="34" charset="0"/>
              <a:buChar char="̵"/>
              <a:defRPr sz="1400">
                <a:solidFill>
                  <a:schemeClr val="bg1"/>
                </a:solidFill>
              </a:defRPr>
            </a:lvl5pPr>
          </a:lstStyle>
          <a:p>
            <a:pPr lvl="0"/>
            <a:r>
              <a:rPr lang="en-US"/>
              <a:t>Click to edit Master text styles</a:t>
            </a:r>
          </a:p>
        </p:txBody>
      </p:sp>
      <p:sp>
        <p:nvSpPr>
          <p:cNvPr id="6" name="Content Placeholder 6">
            <a:extLst>
              <a:ext uri="{FF2B5EF4-FFF2-40B4-BE49-F238E27FC236}">
                <a16:creationId xmlns:a16="http://schemas.microsoft.com/office/drawing/2014/main" id="{AF7F6424-E7EA-92BB-79A4-38CDDE2CE2B7}"/>
              </a:ext>
            </a:extLst>
          </p:cNvPr>
          <p:cNvSpPr>
            <a:spLocks noGrp="1"/>
          </p:cNvSpPr>
          <p:nvPr>
            <p:ph sz="quarter" idx="13"/>
          </p:nvPr>
        </p:nvSpPr>
        <p:spPr>
          <a:xfrm>
            <a:off x="4525962" y="1836738"/>
            <a:ext cx="4198938" cy="2493962"/>
          </a:xfrm>
          <a:prstGeom prst="rect">
            <a:avLst/>
          </a:prstGeom>
        </p:spPr>
        <p:txBody>
          <a:bodyPr/>
          <a:lstStyle>
            <a:lvl1pPr marL="0" indent="0">
              <a:buClr>
                <a:schemeClr val="bg1"/>
              </a:buClr>
              <a:buFont typeface="Arial" panose="020B0604020202020204" pitchFamily="34" charset="0"/>
              <a:buNone/>
              <a:defRPr sz="1800">
                <a:solidFill>
                  <a:schemeClr val="bg1"/>
                </a:solidFill>
              </a:defRPr>
            </a:lvl1pPr>
            <a:lvl2pPr marL="357188" indent="-182563">
              <a:buClr>
                <a:schemeClr val="bg1"/>
              </a:buClr>
              <a:buFont typeface="Arial" panose="020B0604020202020204" pitchFamily="34" charset="0"/>
              <a:buChar char="̶"/>
              <a:defRPr sz="1600">
                <a:solidFill>
                  <a:schemeClr val="bg1"/>
                </a:solidFill>
              </a:defRPr>
            </a:lvl2pPr>
            <a:lvl3pPr marL="541338" indent="-182563">
              <a:buClr>
                <a:schemeClr val="bg1"/>
              </a:buClr>
              <a:buFont typeface="Wingdings" panose="05000000000000000000" pitchFamily="2" charset="2"/>
              <a:buChar char="§"/>
              <a:defRPr sz="1400">
                <a:solidFill>
                  <a:schemeClr val="bg1"/>
                </a:solidFill>
              </a:defRPr>
            </a:lvl3pPr>
            <a:lvl4pPr marL="715963" indent="-171450">
              <a:buClr>
                <a:schemeClr val="bg1"/>
              </a:buClr>
              <a:buFont typeface="Arial" panose="020B0604020202020204" pitchFamily="34" charset="0"/>
              <a:buChar char="•"/>
              <a:defRPr sz="1400">
                <a:solidFill>
                  <a:schemeClr val="bg1"/>
                </a:solidFill>
              </a:defRPr>
            </a:lvl4pPr>
            <a:lvl5pPr marL="898525" indent="-171450">
              <a:buClr>
                <a:schemeClr val="bg1"/>
              </a:buClr>
              <a:buFont typeface="Arial" panose="020B0604020202020204" pitchFamily="34" charset="0"/>
              <a:buChar char="̵"/>
              <a:defRPr sz="1400">
                <a:solidFill>
                  <a:schemeClr val="bg1"/>
                </a:solidFill>
              </a:defRPr>
            </a:lvl5pPr>
          </a:lstStyle>
          <a:p>
            <a:pPr lvl="0"/>
            <a:r>
              <a:rPr lang="en-US"/>
              <a:t>Click to edit Master text styles</a:t>
            </a:r>
          </a:p>
        </p:txBody>
      </p:sp>
      <p:pic>
        <p:nvPicPr>
          <p:cNvPr id="8" name="Logo">
            <a:extLst>
              <a:ext uri="{FF2B5EF4-FFF2-40B4-BE49-F238E27FC236}">
                <a16:creationId xmlns:a16="http://schemas.microsoft.com/office/drawing/2014/main" id="{7E44F5AA-93CF-EB30-56F2-6D03FBE1008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black">
          <a:xfrm>
            <a:off x="327214" y="4410406"/>
            <a:ext cx="1440000" cy="395077"/>
          </a:xfrm>
          <a:prstGeom prst="rect">
            <a:avLst/>
          </a:prstGeom>
        </p:spPr>
      </p:pic>
    </p:spTree>
    <p:extLst>
      <p:ext uri="{BB962C8B-B14F-4D97-AF65-F5344CB8AC3E}">
        <p14:creationId xmlns:p14="http://schemas.microsoft.com/office/powerpoint/2010/main" val="1545397875"/>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Light Pink Background Single Header 1 1 1" preserve="1" userDrawn="1">
  <p:cSld name="Title only 5">
    <p:spTree>
      <p:nvGrpSpPr>
        <p:cNvPr id="1" name="Shape 117"/>
        <p:cNvGrpSpPr/>
        <p:nvPr/>
      </p:nvGrpSpPr>
      <p:grpSpPr>
        <a:xfrm>
          <a:off x="0" y="0"/>
          <a:ext cx="0" cy="0"/>
          <a:chOff x="0" y="0"/>
          <a:chExt cx="0" cy="0"/>
        </a:xfrm>
      </p:grpSpPr>
      <p:pic>
        <p:nvPicPr>
          <p:cNvPr id="2" name="Picture 1">
            <a:extLst>
              <a:ext uri="{FF2B5EF4-FFF2-40B4-BE49-F238E27FC236}">
                <a16:creationId xmlns:a16="http://schemas.microsoft.com/office/drawing/2014/main" id="{E8595316-7274-041D-72AD-F0AA7BD5E1C7}"/>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bwMode="hidden">
          <a:xfrm>
            <a:off x="5284898" y="2357"/>
            <a:ext cx="3859102" cy="1700931"/>
          </a:xfrm>
          <a:prstGeom prst="rect">
            <a:avLst/>
          </a:prstGeom>
        </p:spPr>
      </p:pic>
      <p:sp>
        <p:nvSpPr>
          <p:cNvPr id="5" name="Title 2">
            <a:extLst>
              <a:ext uri="{FF2B5EF4-FFF2-40B4-BE49-F238E27FC236}">
                <a16:creationId xmlns:a16="http://schemas.microsoft.com/office/drawing/2014/main" id="{F4EEC9B6-4F0E-8884-4290-BED4E0B4F695}"/>
              </a:ext>
            </a:extLst>
          </p:cNvPr>
          <p:cNvSpPr>
            <a:spLocks noGrp="1"/>
          </p:cNvSpPr>
          <p:nvPr>
            <p:ph type="title"/>
          </p:nvPr>
        </p:nvSpPr>
        <p:spPr>
          <a:xfrm>
            <a:off x="266400" y="1263600"/>
            <a:ext cx="8460000" cy="522000"/>
          </a:xfrm>
          <a:prstGeom prst="rect">
            <a:avLst/>
          </a:prstGeom>
        </p:spPr>
        <p:txBody>
          <a:bodyPr/>
          <a:lstStyle>
            <a:lvl1pPr>
              <a:defRPr sz="2800">
                <a:solidFill>
                  <a:schemeClr val="bg1"/>
                </a:solidFill>
              </a:defRPr>
            </a:lvl1pPr>
          </a:lstStyle>
          <a:p>
            <a:r>
              <a:rPr lang="en-US"/>
              <a:t>Click to edit Master title style</a:t>
            </a:r>
            <a:endParaRPr lang="en-GB" dirty="0"/>
          </a:p>
        </p:txBody>
      </p:sp>
      <p:pic>
        <p:nvPicPr>
          <p:cNvPr id="4" name="Logo">
            <a:extLst>
              <a:ext uri="{FF2B5EF4-FFF2-40B4-BE49-F238E27FC236}">
                <a16:creationId xmlns:a16="http://schemas.microsoft.com/office/drawing/2014/main" id="{DBCF51AF-706E-F10F-DB78-66E4C19023B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black">
          <a:xfrm>
            <a:off x="327214" y="4410406"/>
            <a:ext cx="1440000" cy="395077"/>
          </a:xfrm>
          <a:prstGeom prst="rect">
            <a:avLst/>
          </a:prstGeom>
        </p:spPr>
      </p:pic>
    </p:spTree>
    <p:extLst>
      <p:ext uri="{BB962C8B-B14F-4D97-AF65-F5344CB8AC3E}">
        <p14:creationId xmlns:p14="http://schemas.microsoft.com/office/powerpoint/2010/main" val="3985472210"/>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Kings, title, text">
    <p:bg>
      <p:bgPr>
        <a:solidFill>
          <a:srgbClr val="00374E"/>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F8D20D66-6664-22C9-55F3-D751651B40C8}"/>
              </a:ext>
            </a:extLst>
          </p:cNvPr>
          <p:cNvSpPr>
            <a:spLocks noGrp="1"/>
          </p:cNvSpPr>
          <p:nvPr>
            <p:ph type="title"/>
          </p:nvPr>
        </p:nvSpPr>
        <p:spPr>
          <a:xfrm>
            <a:off x="5089525" y="825669"/>
            <a:ext cx="3355200" cy="993775"/>
          </a:xfrm>
          <a:prstGeom prst="rect">
            <a:avLst/>
          </a:prstGeom>
        </p:spPr>
        <p:txBody>
          <a:bodyPr/>
          <a:lstStyle>
            <a:lvl1pPr>
              <a:defRPr>
                <a:solidFill>
                  <a:schemeClr val="bg1"/>
                </a:solidFill>
              </a:defRPr>
            </a:lvl1pPr>
          </a:lstStyle>
          <a:p>
            <a:r>
              <a:rPr lang="en-US"/>
              <a:t>Click to edit Master title style</a:t>
            </a:r>
            <a:endParaRPr lang="en-GB" dirty="0"/>
          </a:p>
        </p:txBody>
      </p:sp>
      <p:sp>
        <p:nvSpPr>
          <p:cNvPr id="12" name="Content Placeholder 11">
            <a:extLst>
              <a:ext uri="{FF2B5EF4-FFF2-40B4-BE49-F238E27FC236}">
                <a16:creationId xmlns:a16="http://schemas.microsoft.com/office/drawing/2014/main" id="{C60947BB-7006-6BC5-2D22-720A3543C57B}"/>
              </a:ext>
            </a:extLst>
          </p:cNvPr>
          <p:cNvSpPr>
            <a:spLocks noGrp="1"/>
          </p:cNvSpPr>
          <p:nvPr>
            <p:ph sz="quarter" idx="13"/>
          </p:nvPr>
        </p:nvSpPr>
        <p:spPr>
          <a:xfrm>
            <a:off x="5083175" y="1906588"/>
            <a:ext cx="3362325" cy="2357437"/>
          </a:xfrm>
        </p:spPr>
        <p:txBody>
          <a:bodyPr/>
          <a:lstStyle>
            <a:lvl1pPr marL="0" indent="0">
              <a:buFont typeface="Arial" panose="020B0604020202020204" pitchFamily="34" charset="0"/>
              <a:buNone/>
              <a:tabLst/>
              <a:defRPr/>
            </a:lvl1pPr>
            <a:lvl2pPr marL="357188" indent="-182563">
              <a:defRPr/>
            </a:lvl2pPr>
            <a:lvl3pPr marL="538163" indent="-180975">
              <a:defRPr/>
            </a:lvl3pPr>
            <a:lvl4pPr marL="717550" indent="-182563">
              <a:buFont typeface="Arial" panose="020B0604020202020204" pitchFamily="34" charset="0"/>
              <a:buChar char="•"/>
              <a:defRPr/>
            </a:lvl4pPr>
            <a:lvl5pPr marL="896938" indent="-176213">
              <a:buFont typeface="Arial" panose="020B0604020202020204" pitchFamily="34" charset="0"/>
              <a:buChar char="̵"/>
              <a:defRPr/>
            </a:lvl5pPr>
          </a:lstStyle>
          <a:p>
            <a:pPr lvl="0"/>
            <a:r>
              <a:rPr lang="en-US"/>
              <a:t>Click to edit Master text styles</a:t>
            </a:r>
          </a:p>
        </p:txBody>
      </p:sp>
      <p:pic>
        <p:nvPicPr>
          <p:cNvPr id="2" name="Picture 1" descr="Kings College">
            <a:extLst>
              <a:ext uri="{FF2B5EF4-FFF2-40B4-BE49-F238E27FC236}">
                <a16:creationId xmlns:a16="http://schemas.microsoft.com/office/drawing/2014/main" id="{9992EFCC-CF2E-A2D2-D7D9-B0A94342839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476375" y="831346"/>
            <a:ext cx="2880035" cy="3432679"/>
          </a:xfrm>
          <a:prstGeom prst="rect">
            <a:avLst/>
          </a:prstGeom>
        </p:spPr>
      </p:pic>
      <p:pic>
        <p:nvPicPr>
          <p:cNvPr id="4" name="Picture 3">
            <a:extLst>
              <a:ext uri="{FF2B5EF4-FFF2-40B4-BE49-F238E27FC236}">
                <a16:creationId xmlns:a16="http://schemas.microsoft.com/office/drawing/2014/main" id="{4D68A9F8-0097-3649-2AEC-F863A211501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31961" y="708025"/>
            <a:ext cx="2755631" cy="1170533"/>
          </a:xfrm>
          <a:prstGeom prst="rect">
            <a:avLst/>
          </a:prstGeom>
        </p:spPr>
      </p:pic>
      <p:pic>
        <p:nvPicPr>
          <p:cNvPr id="13" name="Picture 12">
            <a:extLst>
              <a:ext uri="{FF2B5EF4-FFF2-40B4-BE49-F238E27FC236}">
                <a16:creationId xmlns:a16="http://schemas.microsoft.com/office/drawing/2014/main" id="{E3E49D6D-596A-8589-E3C8-2E9582B5773E}"/>
              </a:ext>
            </a:extLst>
          </p:cNvPr>
          <p:cNvPicPr>
            <a:picLocks noChangeAspect="1"/>
          </p:cNvPicPr>
          <p:nvPr userDrawn="1"/>
        </p:nvPicPr>
        <p:blipFill>
          <a:blip r:embed="rId4"/>
          <a:stretch>
            <a:fillRect/>
          </a:stretch>
        </p:blipFill>
        <p:spPr>
          <a:xfrm>
            <a:off x="1474979" y="3289940"/>
            <a:ext cx="1621677" cy="1048603"/>
          </a:xfrm>
          <a:prstGeom prst="rect">
            <a:avLst/>
          </a:prstGeom>
        </p:spPr>
      </p:pic>
      <p:sp>
        <p:nvSpPr>
          <p:cNvPr id="10" name="TextBox 9">
            <a:extLst>
              <a:ext uri="{FF2B5EF4-FFF2-40B4-BE49-F238E27FC236}">
                <a16:creationId xmlns:a16="http://schemas.microsoft.com/office/drawing/2014/main" id="{5A36DA0F-A129-6F4E-6496-ADA3C18D358D}"/>
              </a:ext>
              <a:ext uri="{C183D7F6-B498-43B3-948B-1728B52AA6E4}">
                <adec:decorative xmlns:adec="http://schemas.microsoft.com/office/drawing/2017/decorative" val="1"/>
              </a:ext>
            </a:extLst>
          </p:cNvPr>
          <p:cNvSpPr txBox="1"/>
          <p:nvPr userDrawn="1"/>
        </p:nvSpPr>
        <p:spPr>
          <a:xfrm>
            <a:off x="8009371" y="357965"/>
            <a:ext cx="775854" cy="115416"/>
          </a:xfrm>
          <a:prstGeom prst="rect">
            <a:avLst/>
          </a:prstGeom>
          <a:noFill/>
        </p:spPr>
        <p:txBody>
          <a:bodyPr wrap="none" lIns="0" tIns="0" rIns="0" bIns="0" rtlCol="0">
            <a:spAutoFit/>
          </a:bodyPr>
          <a:lstStyle/>
          <a:p>
            <a:pPr algn="r"/>
            <a:r>
              <a:rPr lang="en-US" sz="750" b="1" dirty="0">
                <a:solidFill>
                  <a:schemeClr val="bg1"/>
                </a:solidFill>
              </a:rPr>
              <a:t>ABERDEEN 2040</a:t>
            </a:r>
            <a:endParaRPr lang="en-US" sz="750" dirty="0">
              <a:solidFill>
                <a:schemeClr val="bg1"/>
              </a:solidFill>
            </a:endParaRPr>
          </a:p>
        </p:txBody>
      </p:sp>
      <p:pic>
        <p:nvPicPr>
          <p:cNvPr id="3" name="Logo">
            <a:extLst>
              <a:ext uri="{FF2B5EF4-FFF2-40B4-BE49-F238E27FC236}">
                <a16:creationId xmlns:a16="http://schemas.microsoft.com/office/drawing/2014/main" id="{B59EC5AB-6688-0EE8-95BA-13B9B6474811}"/>
              </a:ext>
              <a:ext uri="{C183D7F6-B498-43B3-948B-1728B52AA6E4}">
                <adec:decorative xmlns:adec="http://schemas.microsoft.com/office/drawing/2017/decorative" val="1"/>
              </a:ext>
            </a:extLst>
          </p:cNvPr>
          <p:cNvPicPr>
            <a:picLocks noChangeAspect="1"/>
          </p:cNvPicPr>
          <p:nvPr userDrawn="1"/>
        </p:nvPicPr>
        <p:blipFill>
          <a:blip r:embed="rId5"/>
          <a:stretch>
            <a:fillRect/>
          </a:stretch>
        </p:blipFill>
        <p:spPr bwMode="black">
          <a:xfrm>
            <a:off x="327214" y="4410406"/>
            <a:ext cx="1440000" cy="395077"/>
          </a:xfrm>
          <a:prstGeom prst="rect">
            <a:avLst/>
          </a:prstGeom>
        </p:spPr>
      </p:pic>
    </p:spTree>
    <p:extLst>
      <p:ext uri="{BB962C8B-B14F-4D97-AF65-F5344CB8AC3E}">
        <p14:creationId xmlns:p14="http://schemas.microsoft.com/office/powerpoint/2010/main" val="2241518629"/>
      </p:ext>
    </p:extLst>
  </p:cSld>
  <p:clrMapOvr>
    <a:masterClrMapping/>
  </p:clrMapOvr>
  <p:extLst>
    <p:ext uri="{DCECCB84-F9BA-43D5-87BE-67443E8EF086}">
      <p15:sldGuideLst xmlns:p15="http://schemas.microsoft.com/office/powerpoint/2012/main">
        <p15:guide id="1" orient="horz" pos="282" userDrawn="1">
          <p15:clr>
            <a:srgbClr val="FBAE40"/>
          </p15:clr>
        </p15:guide>
        <p15:guide id="2" pos="204" userDrawn="1">
          <p15:clr>
            <a:srgbClr val="FBAE40"/>
          </p15:clr>
        </p15:guide>
        <p15:guide id="3" orient="horz" pos="3026" userDrawn="1">
          <p15:clr>
            <a:srgbClr val="FBAE40"/>
          </p15:clr>
        </p15:guide>
        <p15:guide id="4" pos="5534" userDrawn="1">
          <p15:clr>
            <a:srgbClr val="FBAE40"/>
          </p15:clr>
        </p15:guide>
        <p15:guide id="5" pos="930" userDrawn="1">
          <p15:clr>
            <a:srgbClr val="FBAE40"/>
          </p15:clr>
        </p15:guide>
        <p15:guide id="6" pos="3016" userDrawn="1">
          <p15:clr>
            <a:srgbClr val="FBAE40"/>
          </p15:clr>
        </p15:guide>
        <p15:guide id="7" orient="horz" pos="441"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Library, title, text">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3CE9AAAA-F7CC-B491-3F88-BF418B11C234}"/>
              </a:ext>
            </a:extLst>
          </p:cNvPr>
          <p:cNvSpPr>
            <a:spLocks noGrp="1"/>
          </p:cNvSpPr>
          <p:nvPr>
            <p:ph type="title"/>
          </p:nvPr>
        </p:nvSpPr>
        <p:spPr>
          <a:xfrm>
            <a:off x="5089525" y="825669"/>
            <a:ext cx="3355200" cy="993775"/>
          </a:xfrm>
          <a:prstGeom prst="rect">
            <a:avLst/>
          </a:prstGeom>
        </p:spPr>
        <p:txBody>
          <a:bodyPr/>
          <a:lstStyle>
            <a:lvl1pPr>
              <a:defRPr>
                <a:solidFill>
                  <a:schemeClr val="bg1"/>
                </a:solidFill>
              </a:defRPr>
            </a:lvl1pPr>
          </a:lstStyle>
          <a:p>
            <a:r>
              <a:rPr lang="en-US"/>
              <a:t>Click to edit Master title style</a:t>
            </a:r>
            <a:endParaRPr lang="en-GB" dirty="0"/>
          </a:p>
        </p:txBody>
      </p:sp>
      <p:sp>
        <p:nvSpPr>
          <p:cNvPr id="3" name="TextBox 2">
            <a:extLst>
              <a:ext uri="{FF2B5EF4-FFF2-40B4-BE49-F238E27FC236}">
                <a16:creationId xmlns:a16="http://schemas.microsoft.com/office/drawing/2014/main" id="{961F911D-EEDB-3E34-0325-AB82619EE5EF}"/>
              </a:ext>
              <a:ext uri="{C183D7F6-B498-43B3-948B-1728B52AA6E4}">
                <adec:decorative xmlns:adec="http://schemas.microsoft.com/office/drawing/2017/decorative" val="1"/>
              </a:ext>
            </a:extLst>
          </p:cNvPr>
          <p:cNvSpPr txBox="1"/>
          <p:nvPr userDrawn="1"/>
        </p:nvSpPr>
        <p:spPr>
          <a:xfrm>
            <a:off x="8009371" y="357965"/>
            <a:ext cx="775854" cy="115416"/>
          </a:xfrm>
          <a:prstGeom prst="rect">
            <a:avLst/>
          </a:prstGeom>
          <a:noFill/>
        </p:spPr>
        <p:txBody>
          <a:bodyPr wrap="none" lIns="0" tIns="0" rIns="0" bIns="0" rtlCol="0">
            <a:spAutoFit/>
          </a:bodyPr>
          <a:lstStyle/>
          <a:p>
            <a:pPr algn="r"/>
            <a:r>
              <a:rPr lang="en-US" sz="750" b="1" dirty="0">
                <a:solidFill>
                  <a:schemeClr val="bg1"/>
                </a:solidFill>
              </a:rPr>
              <a:t>ABERDEEN 2040</a:t>
            </a:r>
            <a:endParaRPr lang="en-US" sz="750" dirty="0">
              <a:solidFill>
                <a:schemeClr val="bg1"/>
              </a:solidFill>
            </a:endParaRPr>
          </a:p>
        </p:txBody>
      </p:sp>
      <p:pic>
        <p:nvPicPr>
          <p:cNvPr id="4" name="Picture 3" descr="Interior view of the Sir Duncan Rice Library">
            <a:extLst>
              <a:ext uri="{FF2B5EF4-FFF2-40B4-BE49-F238E27FC236}">
                <a16:creationId xmlns:a16="http://schemas.microsoft.com/office/drawing/2014/main" id="{5E499396-0193-15E2-0999-743BA5DA01B6}"/>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476375" y="834577"/>
            <a:ext cx="2880035" cy="3432680"/>
          </a:xfrm>
          <a:prstGeom prst="rect">
            <a:avLst/>
          </a:prstGeom>
        </p:spPr>
      </p:pic>
      <p:pic>
        <p:nvPicPr>
          <p:cNvPr id="6" name="Picture 5">
            <a:extLst>
              <a:ext uri="{FF2B5EF4-FFF2-40B4-BE49-F238E27FC236}">
                <a16:creationId xmlns:a16="http://schemas.microsoft.com/office/drawing/2014/main" id="{0406FA99-6420-5E5A-146B-2567AE3F62E5}"/>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1436808" y="3294704"/>
            <a:ext cx="1621677" cy="1048603"/>
          </a:xfrm>
          <a:prstGeom prst="rect">
            <a:avLst/>
          </a:prstGeom>
        </p:spPr>
      </p:pic>
      <p:pic>
        <p:nvPicPr>
          <p:cNvPr id="12" name="Picture 11">
            <a:extLst>
              <a:ext uri="{FF2B5EF4-FFF2-40B4-BE49-F238E27FC236}">
                <a16:creationId xmlns:a16="http://schemas.microsoft.com/office/drawing/2014/main" id="{519AFD95-577E-97A4-4629-4B5C86D6451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userDrawn="1"/>
        </p:nvPicPr>
        <p:blipFill>
          <a:blip r:embed="rId4"/>
          <a:stretch>
            <a:fillRect/>
          </a:stretch>
        </p:blipFill>
        <p:spPr>
          <a:xfrm>
            <a:off x="2031961" y="709835"/>
            <a:ext cx="2755631" cy="1164437"/>
          </a:xfrm>
          <a:prstGeom prst="rect">
            <a:avLst/>
          </a:prstGeom>
        </p:spPr>
      </p:pic>
      <p:sp>
        <p:nvSpPr>
          <p:cNvPr id="15" name="Content Placeholder 14">
            <a:extLst>
              <a:ext uri="{FF2B5EF4-FFF2-40B4-BE49-F238E27FC236}">
                <a16:creationId xmlns:a16="http://schemas.microsoft.com/office/drawing/2014/main" id="{E8501973-4383-63B5-E52C-6A2B37BE1918}"/>
              </a:ext>
            </a:extLst>
          </p:cNvPr>
          <p:cNvSpPr>
            <a:spLocks noGrp="1"/>
          </p:cNvSpPr>
          <p:nvPr>
            <p:ph sz="quarter" idx="13"/>
          </p:nvPr>
        </p:nvSpPr>
        <p:spPr>
          <a:xfrm>
            <a:off x="5083175" y="1906588"/>
            <a:ext cx="3362325" cy="2357437"/>
          </a:xfrm>
        </p:spPr>
        <p:txBody>
          <a:bodyPr/>
          <a:lstStyle>
            <a:lvl1pPr marL="0" indent="0">
              <a:buFont typeface="Arial" panose="020B0604020202020204" pitchFamily="34" charset="0"/>
              <a:buNone/>
              <a:defRPr/>
            </a:lvl1pPr>
            <a:lvl2pPr marL="357188" indent="-177800">
              <a:defRPr/>
            </a:lvl2pPr>
            <a:lvl3pPr marL="538163" indent="-174625">
              <a:defRPr/>
            </a:lvl3pPr>
            <a:lvl4pPr marL="717550" indent="-182563">
              <a:buFont typeface="Arial" panose="020B0604020202020204" pitchFamily="34" charset="0"/>
              <a:buChar char="•"/>
              <a:defRPr/>
            </a:lvl4pPr>
            <a:lvl5pPr marL="896938" indent="-176213">
              <a:buFont typeface="Arial" panose="020B0604020202020204" pitchFamily="34" charset="0"/>
              <a:buChar char="̵"/>
              <a:defRPr/>
            </a:lvl5pPr>
          </a:lstStyle>
          <a:p>
            <a:pPr lvl="0"/>
            <a:r>
              <a:rPr lang="en-US"/>
              <a:t>Click to edit Master text styles</a:t>
            </a:r>
          </a:p>
        </p:txBody>
      </p:sp>
      <p:pic>
        <p:nvPicPr>
          <p:cNvPr id="2" name="Logo">
            <a:extLst>
              <a:ext uri="{FF2B5EF4-FFF2-40B4-BE49-F238E27FC236}">
                <a16:creationId xmlns:a16="http://schemas.microsoft.com/office/drawing/2014/main" id="{9B376EC3-79C8-B640-FD28-A5BCDE906E23}"/>
              </a:ext>
              <a:ext uri="{C183D7F6-B498-43B3-948B-1728B52AA6E4}">
                <adec:decorative xmlns:adec="http://schemas.microsoft.com/office/drawing/2017/decorative" val="1"/>
              </a:ext>
            </a:extLst>
          </p:cNvPr>
          <p:cNvPicPr>
            <a:picLocks noChangeAspect="1"/>
          </p:cNvPicPr>
          <p:nvPr userDrawn="1"/>
        </p:nvPicPr>
        <p:blipFill>
          <a:blip r:embed="rId5"/>
          <a:stretch>
            <a:fillRect/>
          </a:stretch>
        </p:blipFill>
        <p:spPr bwMode="black">
          <a:xfrm>
            <a:off x="327214" y="4410406"/>
            <a:ext cx="1440000" cy="395077"/>
          </a:xfrm>
          <a:prstGeom prst="rect">
            <a:avLst/>
          </a:prstGeom>
        </p:spPr>
      </p:pic>
    </p:spTree>
    <p:extLst>
      <p:ext uri="{BB962C8B-B14F-4D97-AF65-F5344CB8AC3E}">
        <p14:creationId xmlns:p14="http://schemas.microsoft.com/office/powerpoint/2010/main" val="451314621"/>
      </p:ext>
    </p:extLst>
  </p:cSld>
  <p:clrMapOvr>
    <a:masterClrMapping/>
  </p:clrMapOvr>
  <p:extLst>
    <p:ext uri="{DCECCB84-F9BA-43D5-87BE-67443E8EF086}">
      <p15:sldGuideLst xmlns:p15="http://schemas.microsoft.com/office/powerpoint/2012/main">
        <p15:guide id="1" orient="horz" pos="282" userDrawn="1">
          <p15:clr>
            <a:srgbClr val="FBAE40"/>
          </p15:clr>
        </p15:guide>
        <p15:guide id="2" pos="204" userDrawn="1">
          <p15:clr>
            <a:srgbClr val="FBAE40"/>
          </p15:clr>
        </p15:guide>
        <p15:guide id="3" orient="horz" pos="3026" userDrawn="1">
          <p15:clr>
            <a:srgbClr val="FBAE40"/>
          </p15:clr>
        </p15:guide>
        <p15:guide id="4" pos="5534" userDrawn="1">
          <p15:clr>
            <a:srgbClr val="FBAE40"/>
          </p15:clr>
        </p15:guide>
        <p15:guide id="5" pos="930" userDrawn="1">
          <p15:clr>
            <a:srgbClr val="FBAE40"/>
          </p15:clr>
        </p15:guide>
        <p15:guide id="6" pos="3016" userDrawn="1">
          <p15:clr>
            <a:srgbClr val="FBAE40"/>
          </p15:clr>
        </p15:guide>
        <p15:guide id="7" orient="horz" pos="441"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People, title, text">
    <p:spTree>
      <p:nvGrpSpPr>
        <p:cNvPr id="1" name=""/>
        <p:cNvGrpSpPr/>
        <p:nvPr/>
      </p:nvGrpSpPr>
      <p:grpSpPr>
        <a:xfrm>
          <a:off x="0" y="0"/>
          <a:ext cx="0" cy="0"/>
          <a:chOff x="0" y="0"/>
          <a:chExt cx="0" cy="0"/>
        </a:xfrm>
      </p:grpSpPr>
      <p:pic>
        <p:nvPicPr>
          <p:cNvPr id="7" name="Picture 6" descr="A group of people walking on a sidewalk&#10;&#10;AI-generated content may be incorrect.">
            <a:extLst>
              <a:ext uri="{FF2B5EF4-FFF2-40B4-BE49-F238E27FC236}">
                <a16:creationId xmlns:a16="http://schemas.microsoft.com/office/drawing/2014/main" id="{8A1DD506-8A3E-8897-1583-F003FAFF798F}"/>
              </a:ext>
            </a:extLst>
          </p:cNvPr>
          <p:cNvPicPr>
            <a:picLocks noChangeAspect="1"/>
          </p:cNvPicPr>
          <p:nvPr userDrawn="1"/>
        </p:nvPicPr>
        <p:blipFill>
          <a:blip r:embed="rId2"/>
          <a:srcRect l="34334" r="18472"/>
          <a:stretch>
            <a:fillRect/>
          </a:stretch>
        </p:blipFill>
        <p:spPr>
          <a:xfrm>
            <a:off x="1476000" y="831600"/>
            <a:ext cx="2880036" cy="3432679"/>
          </a:xfrm>
          <a:prstGeom prst="rect">
            <a:avLst/>
          </a:prstGeom>
        </p:spPr>
      </p:pic>
      <p:sp>
        <p:nvSpPr>
          <p:cNvPr id="9" name="Title 7">
            <a:extLst>
              <a:ext uri="{FF2B5EF4-FFF2-40B4-BE49-F238E27FC236}">
                <a16:creationId xmlns:a16="http://schemas.microsoft.com/office/drawing/2014/main" id="{C53819DD-0ED8-114F-AF0D-B8EC1E45F6FB}"/>
              </a:ext>
            </a:extLst>
          </p:cNvPr>
          <p:cNvSpPr>
            <a:spLocks noGrp="1"/>
          </p:cNvSpPr>
          <p:nvPr>
            <p:ph type="title"/>
          </p:nvPr>
        </p:nvSpPr>
        <p:spPr>
          <a:xfrm>
            <a:off x="5089525" y="825669"/>
            <a:ext cx="3355200" cy="993775"/>
          </a:xfrm>
          <a:prstGeom prst="rect">
            <a:avLst/>
          </a:prstGeom>
        </p:spPr>
        <p:txBody>
          <a:bodyPr/>
          <a:lstStyle>
            <a:lvl1pPr>
              <a:defRPr>
                <a:solidFill>
                  <a:schemeClr val="bg1"/>
                </a:solidFill>
              </a:defRPr>
            </a:lvl1pPr>
          </a:lstStyle>
          <a:p>
            <a:r>
              <a:rPr lang="en-US"/>
              <a:t>Click to edit Master title style</a:t>
            </a:r>
            <a:endParaRPr lang="en-GB" dirty="0"/>
          </a:p>
        </p:txBody>
      </p:sp>
      <p:sp>
        <p:nvSpPr>
          <p:cNvPr id="12" name="Content Placeholder 11">
            <a:extLst>
              <a:ext uri="{FF2B5EF4-FFF2-40B4-BE49-F238E27FC236}">
                <a16:creationId xmlns:a16="http://schemas.microsoft.com/office/drawing/2014/main" id="{700B1377-DC07-0BD6-7EA2-8B82E74E0D8A}"/>
              </a:ext>
            </a:extLst>
          </p:cNvPr>
          <p:cNvSpPr>
            <a:spLocks noGrp="1"/>
          </p:cNvSpPr>
          <p:nvPr>
            <p:ph sz="quarter" idx="13"/>
          </p:nvPr>
        </p:nvSpPr>
        <p:spPr>
          <a:xfrm>
            <a:off x="5083175" y="1906588"/>
            <a:ext cx="3362325" cy="2357437"/>
          </a:xfrm>
        </p:spPr>
        <p:txBody>
          <a:bodyPr/>
          <a:lstStyle>
            <a:lvl1pPr marL="0" indent="0">
              <a:buFont typeface="Arial" panose="020B0604020202020204" pitchFamily="34" charset="0"/>
              <a:buNone/>
              <a:defRPr/>
            </a:lvl1pPr>
            <a:lvl2pPr marL="357188" indent="-177800">
              <a:defRPr/>
            </a:lvl2pPr>
            <a:lvl3pPr marL="538163" indent="-174625">
              <a:defRPr/>
            </a:lvl3pPr>
            <a:lvl4pPr marL="717550" indent="-182563">
              <a:buFont typeface="Arial" panose="020B0604020202020204" pitchFamily="34" charset="0"/>
              <a:buChar char="•"/>
              <a:defRPr/>
            </a:lvl4pPr>
            <a:lvl5pPr marL="896938" indent="-176213">
              <a:buFont typeface="Arial" panose="020B0604020202020204" pitchFamily="34" charset="0"/>
              <a:buChar char="̵"/>
              <a:defRPr/>
            </a:lvl5pPr>
          </a:lstStyle>
          <a:p>
            <a:pPr lvl="0"/>
            <a:r>
              <a:rPr lang="en-US"/>
              <a:t>Click to edit Master text styles</a:t>
            </a:r>
          </a:p>
        </p:txBody>
      </p:sp>
      <p:pic>
        <p:nvPicPr>
          <p:cNvPr id="2" name="Picture 1">
            <a:extLst>
              <a:ext uri="{FF2B5EF4-FFF2-40B4-BE49-F238E27FC236}">
                <a16:creationId xmlns:a16="http://schemas.microsoft.com/office/drawing/2014/main" id="{B9CA38E4-39FD-AECB-4CEA-9905E65333DC}"/>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25865" y="708025"/>
            <a:ext cx="2755631" cy="1170533"/>
          </a:xfrm>
          <a:prstGeom prst="rect">
            <a:avLst/>
          </a:prstGeom>
        </p:spPr>
      </p:pic>
      <p:pic>
        <p:nvPicPr>
          <p:cNvPr id="13" name="Picture 12">
            <a:extLst>
              <a:ext uri="{FF2B5EF4-FFF2-40B4-BE49-F238E27FC236}">
                <a16:creationId xmlns:a16="http://schemas.microsoft.com/office/drawing/2014/main" id="{E7C81E02-07AC-EF65-1114-3EF82868EA8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1475626" y="3294582"/>
            <a:ext cx="1621677" cy="1048603"/>
          </a:xfrm>
          <a:prstGeom prst="rect">
            <a:avLst/>
          </a:prstGeom>
        </p:spPr>
      </p:pic>
      <p:sp>
        <p:nvSpPr>
          <p:cNvPr id="3" name="TextBox 2">
            <a:extLst>
              <a:ext uri="{FF2B5EF4-FFF2-40B4-BE49-F238E27FC236}">
                <a16:creationId xmlns:a16="http://schemas.microsoft.com/office/drawing/2014/main" id="{961F911D-EEDB-3E34-0325-AB82619EE5EF}"/>
              </a:ext>
              <a:ext uri="{C183D7F6-B498-43B3-948B-1728B52AA6E4}">
                <adec:decorative xmlns:adec="http://schemas.microsoft.com/office/drawing/2017/decorative" val="1"/>
              </a:ext>
            </a:extLst>
          </p:cNvPr>
          <p:cNvSpPr txBox="1"/>
          <p:nvPr userDrawn="1"/>
        </p:nvSpPr>
        <p:spPr>
          <a:xfrm>
            <a:off x="8009371" y="357965"/>
            <a:ext cx="775854" cy="115416"/>
          </a:xfrm>
          <a:prstGeom prst="rect">
            <a:avLst/>
          </a:prstGeom>
          <a:noFill/>
        </p:spPr>
        <p:txBody>
          <a:bodyPr wrap="none" lIns="0" tIns="0" rIns="0" bIns="0" rtlCol="0">
            <a:spAutoFit/>
          </a:bodyPr>
          <a:lstStyle/>
          <a:p>
            <a:pPr algn="r"/>
            <a:r>
              <a:rPr lang="en-US" sz="750" b="1" dirty="0">
                <a:solidFill>
                  <a:schemeClr val="bg1"/>
                </a:solidFill>
              </a:rPr>
              <a:t>ABERDEEN 2040</a:t>
            </a:r>
            <a:endParaRPr lang="en-US" sz="750" dirty="0">
              <a:solidFill>
                <a:schemeClr val="bg1"/>
              </a:solidFill>
            </a:endParaRPr>
          </a:p>
        </p:txBody>
      </p:sp>
      <p:pic>
        <p:nvPicPr>
          <p:cNvPr id="6" name="Logo">
            <a:extLst>
              <a:ext uri="{FF2B5EF4-FFF2-40B4-BE49-F238E27FC236}">
                <a16:creationId xmlns:a16="http://schemas.microsoft.com/office/drawing/2014/main" id="{1F546557-8F0C-A73C-3EA3-65E329243013}"/>
              </a:ext>
              <a:ext uri="{C183D7F6-B498-43B3-948B-1728B52AA6E4}">
                <adec:decorative xmlns:adec="http://schemas.microsoft.com/office/drawing/2017/decorative" val="1"/>
              </a:ext>
            </a:extLst>
          </p:cNvPr>
          <p:cNvPicPr>
            <a:picLocks noChangeAspect="1"/>
          </p:cNvPicPr>
          <p:nvPr userDrawn="1"/>
        </p:nvPicPr>
        <p:blipFill>
          <a:blip r:embed="rId5"/>
          <a:stretch>
            <a:fillRect/>
          </a:stretch>
        </p:blipFill>
        <p:spPr bwMode="black">
          <a:xfrm>
            <a:off x="327214" y="4410406"/>
            <a:ext cx="1440000" cy="395077"/>
          </a:xfrm>
          <a:prstGeom prst="rect">
            <a:avLst/>
          </a:prstGeom>
        </p:spPr>
      </p:pic>
    </p:spTree>
    <p:extLst>
      <p:ext uri="{BB962C8B-B14F-4D97-AF65-F5344CB8AC3E}">
        <p14:creationId xmlns:p14="http://schemas.microsoft.com/office/powerpoint/2010/main" val="1002365163"/>
      </p:ext>
    </p:extLst>
  </p:cSld>
  <p:clrMapOvr>
    <a:masterClrMapping/>
  </p:clrMapOvr>
  <p:extLst>
    <p:ext uri="{DCECCB84-F9BA-43D5-87BE-67443E8EF086}">
      <p15:sldGuideLst xmlns:p15="http://schemas.microsoft.com/office/powerpoint/2012/main">
        <p15:guide id="1" orient="horz" pos="282" userDrawn="1">
          <p15:clr>
            <a:srgbClr val="FBAE40"/>
          </p15:clr>
        </p15:guide>
        <p15:guide id="2" pos="204" userDrawn="1">
          <p15:clr>
            <a:srgbClr val="FBAE40"/>
          </p15:clr>
        </p15:guide>
        <p15:guide id="3" orient="horz" pos="3026" userDrawn="1">
          <p15:clr>
            <a:srgbClr val="FBAE40"/>
          </p15:clr>
        </p15:guide>
        <p15:guide id="4" pos="5534" userDrawn="1">
          <p15:clr>
            <a:srgbClr val="FBAE40"/>
          </p15:clr>
        </p15:guide>
        <p15:guide id="5" pos="930" userDrawn="1">
          <p15:clr>
            <a:srgbClr val="FBAE40"/>
          </p15:clr>
        </p15:guide>
        <p15:guide id="6" pos="3016" userDrawn="1">
          <p15:clr>
            <a:srgbClr val="FBAE40"/>
          </p15:clr>
        </p15:guide>
        <p15:guide id="7" orient="horz" pos="441" userDrawn="1">
          <p15:clr>
            <a:srgbClr val="FBAE40"/>
          </p15:clr>
        </p15:guide>
        <p15:guide id="8" orient="horz" pos="2686"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astal, title, text">
    <p:spTree>
      <p:nvGrpSpPr>
        <p:cNvPr id="1" name=""/>
        <p:cNvGrpSpPr/>
        <p:nvPr/>
      </p:nvGrpSpPr>
      <p:grpSpPr>
        <a:xfrm>
          <a:off x="0" y="0"/>
          <a:ext cx="0" cy="0"/>
          <a:chOff x="0" y="0"/>
          <a:chExt cx="0" cy="0"/>
        </a:xfrm>
      </p:grpSpPr>
      <p:pic>
        <p:nvPicPr>
          <p:cNvPr id="7" name="Picture 6" descr="A park with a building and trees&#10;&#10;AI-generated content may be incorrect.">
            <a:extLst>
              <a:ext uri="{FF2B5EF4-FFF2-40B4-BE49-F238E27FC236}">
                <a16:creationId xmlns:a16="http://schemas.microsoft.com/office/drawing/2014/main" id="{BA460FDF-ADD9-87EF-39DE-41D3A1CF3C4D}"/>
              </a:ext>
            </a:extLst>
          </p:cNvPr>
          <p:cNvPicPr>
            <a:picLocks noChangeAspect="1"/>
          </p:cNvPicPr>
          <p:nvPr userDrawn="1"/>
        </p:nvPicPr>
        <p:blipFill>
          <a:blip r:embed="rId2"/>
          <a:srcRect l="19042" r="31385"/>
          <a:stretch>
            <a:fillRect/>
          </a:stretch>
        </p:blipFill>
        <p:spPr>
          <a:xfrm>
            <a:off x="1476000" y="831600"/>
            <a:ext cx="2991811" cy="3394710"/>
          </a:xfrm>
          <a:prstGeom prst="rect">
            <a:avLst/>
          </a:prstGeom>
        </p:spPr>
      </p:pic>
      <p:sp>
        <p:nvSpPr>
          <p:cNvPr id="9" name="Title 7">
            <a:extLst>
              <a:ext uri="{FF2B5EF4-FFF2-40B4-BE49-F238E27FC236}">
                <a16:creationId xmlns:a16="http://schemas.microsoft.com/office/drawing/2014/main" id="{4B2464C1-EA27-1C2D-4F0C-59334B0978F1}"/>
              </a:ext>
            </a:extLst>
          </p:cNvPr>
          <p:cNvSpPr>
            <a:spLocks noGrp="1"/>
          </p:cNvSpPr>
          <p:nvPr>
            <p:ph type="title"/>
          </p:nvPr>
        </p:nvSpPr>
        <p:spPr>
          <a:xfrm>
            <a:off x="5089525" y="825669"/>
            <a:ext cx="3355200" cy="993775"/>
          </a:xfrm>
          <a:prstGeom prst="rect">
            <a:avLst/>
          </a:prstGeom>
        </p:spPr>
        <p:txBody>
          <a:bodyPr/>
          <a:lstStyle>
            <a:lvl1pPr>
              <a:defRPr>
                <a:solidFill>
                  <a:schemeClr val="bg1"/>
                </a:solidFill>
              </a:defRPr>
            </a:lvl1pPr>
          </a:lstStyle>
          <a:p>
            <a:r>
              <a:rPr lang="en-US"/>
              <a:t>Click to edit Master title style</a:t>
            </a:r>
            <a:endParaRPr lang="en-GB" dirty="0"/>
          </a:p>
        </p:txBody>
      </p:sp>
      <p:sp>
        <p:nvSpPr>
          <p:cNvPr id="12" name="Content Placeholder 11">
            <a:extLst>
              <a:ext uri="{FF2B5EF4-FFF2-40B4-BE49-F238E27FC236}">
                <a16:creationId xmlns:a16="http://schemas.microsoft.com/office/drawing/2014/main" id="{43D8C4D0-3E4B-517E-8D67-46CF6BC734C0}"/>
              </a:ext>
            </a:extLst>
          </p:cNvPr>
          <p:cNvSpPr>
            <a:spLocks noGrp="1"/>
          </p:cNvSpPr>
          <p:nvPr>
            <p:ph sz="quarter" idx="13"/>
          </p:nvPr>
        </p:nvSpPr>
        <p:spPr>
          <a:xfrm>
            <a:off x="5089525" y="1906588"/>
            <a:ext cx="3362325" cy="2357437"/>
          </a:xfrm>
        </p:spPr>
        <p:txBody>
          <a:bodyPr/>
          <a:lstStyle>
            <a:lvl1pPr marL="0" indent="0">
              <a:buFont typeface="Arial" panose="020B0604020202020204" pitchFamily="34" charset="0"/>
              <a:buNone/>
              <a:defRPr/>
            </a:lvl1pPr>
            <a:lvl2pPr marL="357188" indent="-182563">
              <a:defRPr/>
            </a:lvl2pPr>
            <a:lvl3pPr marL="538163" indent="-180975">
              <a:defRPr/>
            </a:lvl3pPr>
            <a:lvl4pPr marL="717550" indent="-182563">
              <a:buFont typeface="Arial" panose="020B0604020202020204" pitchFamily="34" charset="0"/>
              <a:buChar char="•"/>
              <a:defRPr/>
            </a:lvl4pPr>
            <a:lvl5pPr marL="896938" indent="-179388">
              <a:buFont typeface="Arial" panose="020B0604020202020204" pitchFamily="34" charset="0"/>
              <a:buChar char="̵"/>
              <a:defRPr/>
            </a:lvl5pPr>
          </a:lstStyle>
          <a:p>
            <a:pPr lvl="0"/>
            <a:r>
              <a:rPr lang="en-US"/>
              <a:t>Click to edit Master text styles</a:t>
            </a:r>
          </a:p>
        </p:txBody>
      </p:sp>
      <p:sp>
        <p:nvSpPr>
          <p:cNvPr id="3" name="TextBox 2">
            <a:extLst>
              <a:ext uri="{FF2B5EF4-FFF2-40B4-BE49-F238E27FC236}">
                <a16:creationId xmlns:a16="http://schemas.microsoft.com/office/drawing/2014/main" id="{961F911D-EEDB-3E34-0325-AB82619EE5EF}"/>
              </a:ext>
              <a:ext uri="{C183D7F6-B498-43B3-948B-1728B52AA6E4}">
                <adec:decorative xmlns:adec="http://schemas.microsoft.com/office/drawing/2017/decorative" val="1"/>
              </a:ext>
            </a:extLst>
          </p:cNvPr>
          <p:cNvSpPr txBox="1"/>
          <p:nvPr userDrawn="1"/>
        </p:nvSpPr>
        <p:spPr>
          <a:xfrm>
            <a:off x="8009371" y="357965"/>
            <a:ext cx="775854" cy="115416"/>
          </a:xfrm>
          <a:prstGeom prst="rect">
            <a:avLst/>
          </a:prstGeom>
          <a:noFill/>
        </p:spPr>
        <p:txBody>
          <a:bodyPr wrap="none" lIns="0" tIns="0" rIns="0" bIns="0" rtlCol="0">
            <a:spAutoFit/>
          </a:bodyPr>
          <a:lstStyle/>
          <a:p>
            <a:pPr algn="r"/>
            <a:r>
              <a:rPr lang="en-US" sz="750" b="1" dirty="0">
                <a:solidFill>
                  <a:schemeClr val="bg1"/>
                </a:solidFill>
              </a:rPr>
              <a:t>ABERDEEN 2040</a:t>
            </a:r>
            <a:endParaRPr lang="en-US" sz="750" dirty="0">
              <a:solidFill>
                <a:schemeClr val="bg1"/>
              </a:solidFill>
            </a:endParaRPr>
          </a:p>
        </p:txBody>
      </p:sp>
      <p:pic>
        <p:nvPicPr>
          <p:cNvPr id="2" name="Picture 1">
            <a:extLst>
              <a:ext uri="{FF2B5EF4-FFF2-40B4-BE49-F238E27FC236}">
                <a16:creationId xmlns:a16="http://schemas.microsoft.com/office/drawing/2014/main" id="{0840CA12-8CB6-5218-9BC7-888AFB24CDF8}"/>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22497" y="708246"/>
            <a:ext cx="2755631" cy="1170533"/>
          </a:xfrm>
          <a:prstGeom prst="rect">
            <a:avLst/>
          </a:prstGeom>
        </p:spPr>
      </p:pic>
      <p:pic>
        <p:nvPicPr>
          <p:cNvPr id="13" name="Picture 12">
            <a:extLst>
              <a:ext uri="{FF2B5EF4-FFF2-40B4-BE49-F238E27FC236}">
                <a16:creationId xmlns:a16="http://schemas.microsoft.com/office/drawing/2014/main" id="{26ED8AD3-2A67-EAA6-D6C9-36D64E6D4507}"/>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1436879" y="3295181"/>
            <a:ext cx="1621677" cy="1048603"/>
          </a:xfrm>
          <a:prstGeom prst="rect">
            <a:avLst/>
          </a:prstGeom>
        </p:spPr>
      </p:pic>
      <p:pic>
        <p:nvPicPr>
          <p:cNvPr id="5" name="Logo">
            <a:extLst>
              <a:ext uri="{FF2B5EF4-FFF2-40B4-BE49-F238E27FC236}">
                <a16:creationId xmlns:a16="http://schemas.microsoft.com/office/drawing/2014/main" id="{3E6D5D25-5A7F-11EA-EC56-F7ABB2BE55E2}"/>
              </a:ext>
              <a:ext uri="{C183D7F6-B498-43B3-948B-1728B52AA6E4}">
                <adec:decorative xmlns:adec="http://schemas.microsoft.com/office/drawing/2017/decorative" val="1"/>
              </a:ext>
            </a:extLst>
          </p:cNvPr>
          <p:cNvPicPr>
            <a:picLocks noChangeAspect="1"/>
          </p:cNvPicPr>
          <p:nvPr userDrawn="1"/>
        </p:nvPicPr>
        <p:blipFill>
          <a:blip r:embed="rId5"/>
          <a:stretch>
            <a:fillRect/>
          </a:stretch>
        </p:blipFill>
        <p:spPr bwMode="black">
          <a:xfrm>
            <a:off x="327214" y="4410406"/>
            <a:ext cx="1440000" cy="395077"/>
          </a:xfrm>
          <a:prstGeom prst="rect">
            <a:avLst/>
          </a:prstGeom>
        </p:spPr>
      </p:pic>
    </p:spTree>
    <p:extLst>
      <p:ext uri="{BB962C8B-B14F-4D97-AF65-F5344CB8AC3E}">
        <p14:creationId xmlns:p14="http://schemas.microsoft.com/office/powerpoint/2010/main" val="3358474014"/>
      </p:ext>
    </p:extLst>
  </p:cSld>
  <p:clrMapOvr>
    <a:masterClrMapping/>
  </p:clrMapOvr>
  <p:extLst>
    <p:ext uri="{DCECCB84-F9BA-43D5-87BE-67443E8EF086}">
      <p15:sldGuideLst xmlns:p15="http://schemas.microsoft.com/office/powerpoint/2012/main">
        <p15:guide id="1" orient="horz" pos="282" userDrawn="1">
          <p15:clr>
            <a:srgbClr val="FBAE40"/>
          </p15:clr>
        </p15:guide>
        <p15:guide id="2" pos="204" userDrawn="1">
          <p15:clr>
            <a:srgbClr val="FBAE40"/>
          </p15:clr>
        </p15:guide>
        <p15:guide id="3" orient="horz" pos="3026" userDrawn="1">
          <p15:clr>
            <a:srgbClr val="FBAE40"/>
          </p15:clr>
        </p15:guide>
        <p15:guide id="4" pos="5534" userDrawn="1">
          <p15:clr>
            <a:srgbClr val="FBAE40"/>
          </p15:clr>
        </p15:guide>
        <p15:guide id="5" pos="930" userDrawn="1">
          <p15:clr>
            <a:srgbClr val="FBAE40"/>
          </p15:clr>
        </p15:guide>
        <p15:guide id="6" pos="3016" userDrawn="1">
          <p15:clr>
            <a:srgbClr val="FBAE40"/>
          </p15:clr>
        </p15:guide>
        <p15:guide id="7" orient="horz" pos="441" userDrawn="1">
          <p15:clr>
            <a:srgbClr val="FBAE40"/>
          </p15:clr>
        </p15:guide>
        <p15:guide id="8" orient="horz" pos="2686"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Inclusion, title, text">
    <p:spTree>
      <p:nvGrpSpPr>
        <p:cNvPr id="1" name=""/>
        <p:cNvGrpSpPr/>
        <p:nvPr/>
      </p:nvGrpSpPr>
      <p:grpSpPr>
        <a:xfrm>
          <a:off x="0" y="0"/>
          <a:ext cx="0" cy="0"/>
          <a:chOff x="0" y="0"/>
          <a:chExt cx="0" cy="0"/>
        </a:xfrm>
      </p:grpSpPr>
      <p:sp>
        <p:nvSpPr>
          <p:cNvPr id="10" name="Title 7">
            <a:extLst>
              <a:ext uri="{FF2B5EF4-FFF2-40B4-BE49-F238E27FC236}">
                <a16:creationId xmlns:a16="http://schemas.microsoft.com/office/drawing/2014/main" id="{5A7A1B3D-8529-1108-F9C4-60FA45CE7148}"/>
              </a:ext>
            </a:extLst>
          </p:cNvPr>
          <p:cNvSpPr>
            <a:spLocks noGrp="1"/>
          </p:cNvSpPr>
          <p:nvPr>
            <p:ph type="title"/>
          </p:nvPr>
        </p:nvSpPr>
        <p:spPr>
          <a:xfrm>
            <a:off x="1065600" y="825669"/>
            <a:ext cx="3355200" cy="993775"/>
          </a:xfrm>
          <a:prstGeom prst="rect">
            <a:avLst/>
          </a:prstGeom>
        </p:spPr>
        <p:txBody>
          <a:bodyPr/>
          <a:lstStyle>
            <a:lvl1pPr>
              <a:defRPr>
                <a:solidFill>
                  <a:schemeClr val="bg1"/>
                </a:solidFill>
              </a:defRPr>
            </a:lvl1pPr>
          </a:lstStyle>
          <a:p>
            <a:r>
              <a:rPr lang="en-US"/>
              <a:t>Click to edit Master title style</a:t>
            </a:r>
            <a:endParaRPr lang="en-GB" dirty="0"/>
          </a:p>
        </p:txBody>
      </p:sp>
      <p:sp>
        <p:nvSpPr>
          <p:cNvPr id="12" name="Content Placeholder 11">
            <a:extLst>
              <a:ext uri="{FF2B5EF4-FFF2-40B4-BE49-F238E27FC236}">
                <a16:creationId xmlns:a16="http://schemas.microsoft.com/office/drawing/2014/main" id="{35D05263-279C-9D25-6C71-C9B4C3F0E145}"/>
              </a:ext>
            </a:extLst>
          </p:cNvPr>
          <p:cNvSpPr>
            <a:spLocks noGrp="1"/>
          </p:cNvSpPr>
          <p:nvPr>
            <p:ph sz="quarter" idx="13"/>
          </p:nvPr>
        </p:nvSpPr>
        <p:spPr>
          <a:xfrm>
            <a:off x="1058863" y="1871663"/>
            <a:ext cx="3362325" cy="2392362"/>
          </a:xfrm>
        </p:spPr>
        <p:txBody>
          <a:bodyPr/>
          <a:lstStyle>
            <a:lvl1pPr marL="0" indent="0">
              <a:buNone/>
              <a:defRPr/>
            </a:lvl1pPr>
            <a:lvl2pPr marL="357188" indent="-182563">
              <a:defRPr/>
            </a:lvl2pPr>
            <a:lvl3pPr marL="538163" indent="-174625">
              <a:defRPr/>
            </a:lvl3pPr>
            <a:lvl4pPr marL="717550" indent="-179388">
              <a:buFont typeface="Arial" panose="020B0604020202020204" pitchFamily="34" charset="0"/>
              <a:buChar char="•"/>
              <a:defRPr/>
            </a:lvl4pPr>
            <a:lvl5pPr marL="896938" indent="-176213">
              <a:buFont typeface="Arial" panose="020B0604020202020204" pitchFamily="34" charset="0"/>
              <a:buChar char="̵"/>
              <a:defRPr/>
            </a:lvl5pPr>
          </a:lstStyle>
          <a:p>
            <a:pPr lvl="0"/>
            <a:r>
              <a:rPr lang="en-US"/>
              <a:t>Click to edit Master text styles</a:t>
            </a:r>
          </a:p>
        </p:txBody>
      </p:sp>
      <p:sp>
        <p:nvSpPr>
          <p:cNvPr id="3" name="TextBox 2">
            <a:extLst>
              <a:ext uri="{FF2B5EF4-FFF2-40B4-BE49-F238E27FC236}">
                <a16:creationId xmlns:a16="http://schemas.microsoft.com/office/drawing/2014/main" id="{961F911D-EEDB-3E34-0325-AB82619EE5EF}"/>
              </a:ext>
              <a:ext uri="{C183D7F6-B498-43B3-948B-1728B52AA6E4}">
                <adec:decorative xmlns:adec="http://schemas.microsoft.com/office/drawing/2017/decorative" val="1"/>
              </a:ext>
            </a:extLst>
          </p:cNvPr>
          <p:cNvSpPr txBox="1"/>
          <p:nvPr userDrawn="1"/>
        </p:nvSpPr>
        <p:spPr>
          <a:xfrm>
            <a:off x="8009371" y="357965"/>
            <a:ext cx="775854" cy="115416"/>
          </a:xfrm>
          <a:prstGeom prst="rect">
            <a:avLst/>
          </a:prstGeom>
          <a:noFill/>
        </p:spPr>
        <p:txBody>
          <a:bodyPr wrap="none" lIns="0" tIns="0" rIns="0" bIns="0" rtlCol="0">
            <a:spAutoFit/>
          </a:bodyPr>
          <a:lstStyle/>
          <a:p>
            <a:pPr algn="r"/>
            <a:r>
              <a:rPr lang="en-US" sz="750" b="1" dirty="0">
                <a:solidFill>
                  <a:schemeClr val="bg1"/>
                </a:solidFill>
              </a:rPr>
              <a:t>ABERDEEN 2040</a:t>
            </a:r>
            <a:endParaRPr lang="en-US" sz="750" dirty="0">
              <a:solidFill>
                <a:schemeClr val="bg1"/>
              </a:solidFill>
            </a:endParaRPr>
          </a:p>
        </p:txBody>
      </p:sp>
      <p:pic>
        <p:nvPicPr>
          <p:cNvPr id="6" name="Picture 5" descr="Two women sitting on colourful stairs">
            <a:extLst>
              <a:ext uri="{FF2B5EF4-FFF2-40B4-BE49-F238E27FC236}">
                <a16:creationId xmlns:a16="http://schemas.microsoft.com/office/drawing/2014/main" id="{0E0DD088-2380-E231-BEC6-402661F62A0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4981575" y="831346"/>
            <a:ext cx="2880035" cy="3432680"/>
          </a:xfrm>
          <a:prstGeom prst="rect">
            <a:avLst/>
          </a:prstGeom>
        </p:spPr>
      </p:pic>
      <p:pic>
        <p:nvPicPr>
          <p:cNvPr id="2" name="Picture 1">
            <a:extLst>
              <a:ext uri="{FF2B5EF4-FFF2-40B4-BE49-F238E27FC236}">
                <a16:creationId xmlns:a16="http://schemas.microsoft.com/office/drawing/2014/main" id="{27E24841-9E44-CC79-0DB6-69B1729375E3}"/>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569369" y="706792"/>
            <a:ext cx="2749534" cy="1170533"/>
          </a:xfrm>
          <a:prstGeom prst="rect">
            <a:avLst/>
          </a:prstGeom>
        </p:spPr>
      </p:pic>
      <p:pic>
        <p:nvPicPr>
          <p:cNvPr id="13" name="Picture 12">
            <a:extLst>
              <a:ext uri="{FF2B5EF4-FFF2-40B4-BE49-F238E27FC236}">
                <a16:creationId xmlns:a16="http://schemas.microsoft.com/office/drawing/2014/main" id="{CFCEA04C-EB08-6781-2FED-301E1EB7F868}"/>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6239931" y="3289941"/>
            <a:ext cx="1621677" cy="1048603"/>
          </a:xfrm>
          <a:prstGeom prst="rect">
            <a:avLst/>
          </a:prstGeom>
        </p:spPr>
      </p:pic>
      <p:pic>
        <p:nvPicPr>
          <p:cNvPr id="5" name="Logo">
            <a:extLst>
              <a:ext uri="{FF2B5EF4-FFF2-40B4-BE49-F238E27FC236}">
                <a16:creationId xmlns:a16="http://schemas.microsoft.com/office/drawing/2014/main" id="{CCDAF55E-4430-E56D-D3FD-EE567D704DA9}"/>
              </a:ext>
              <a:ext uri="{C183D7F6-B498-43B3-948B-1728B52AA6E4}">
                <adec:decorative xmlns:adec="http://schemas.microsoft.com/office/drawing/2017/decorative" val="1"/>
              </a:ext>
            </a:extLst>
          </p:cNvPr>
          <p:cNvPicPr>
            <a:picLocks noChangeAspect="1"/>
          </p:cNvPicPr>
          <p:nvPr userDrawn="1"/>
        </p:nvPicPr>
        <p:blipFill>
          <a:blip r:embed="rId5"/>
          <a:stretch>
            <a:fillRect/>
          </a:stretch>
        </p:blipFill>
        <p:spPr bwMode="black">
          <a:xfrm>
            <a:off x="327214" y="4410406"/>
            <a:ext cx="1440000" cy="395077"/>
          </a:xfrm>
          <a:prstGeom prst="rect">
            <a:avLst/>
          </a:prstGeom>
        </p:spPr>
      </p:pic>
    </p:spTree>
    <p:extLst>
      <p:ext uri="{BB962C8B-B14F-4D97-AF65-F5344CB8AC3E}">
        <p14:creationId xmlns:p14="http://schemas.microsoft.com/office/powerpoint/2010/main" val="3762341819"/>
      </p:ext>
    </p:extLst>
  </p:cSld>
  <p:clrMapOvr>
    <a:masterClrMapping/>
  </p:clrMapOvr>
  <p:extLst>
    <p:ext uri="{DCECCB84-F9BA-43D5-87BE-67443E8EF086}">
      <p15:sldGuideLst xmlns:p15="http://schemas.microsoft.com/office/powerpoint/2012/main">
        <p15:guide id="1" orient="horz" pos="282" userDrawn="1">
          <p15:clr>
            <a:srgbClr val="FBAE40"/>
          </p15:clr>
        </p15:guide>
        <p15:guide id="2" pos="204" userDrawn="1">
          <p15:clr>
            <a:srgbClr val="FBAE40"/>
          </p15:clr>
        </p15:guide>
        <p15:guide id="3" orient="horz" pos="3026" userDrawn="1">
          <p15:clr>
            <a:srgbClr val="FBAE40"/>
          </p15:clr>
        </p15:guide>
        <p15:guide id="4" pos="5534" userDrawn="1">
          <p15:clr>
            <a:srgbClr val="FBAE40"/>
          </p15:clr>
        </p15:guide>
        <p15:guide id="5" pos="930" userDrawn="1">
          <p15:clr>
            <a:srgbClr val="FBAE40"/>
          </p15:clr>
        </p15:guide>
        <p15:guide id="6" pos="3016" userDrawn="1">
          <p15:clr>
            <a:srgbClr val="FBAE40"/>
          </p15:clr>
        </p15:guide>
        <p15:guide id="7" orient="horz" pos="441" userDrawn="1">
          <p15:clr>
            <a:srgbClr val="FBAE40"/>
          </p15:clr>
        </p15:guide>
        <p15:guide id="8" orient="horz" pos="2686"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ustainable, title, text">
    <p:spTree>
      <p:nvGrpSpPr>
        <p:cNvPr id="1" name=""/>
        <p:cNvGrpSpPr/>
        <p:nvPr/>
      </p:nvGrpSpPr>
      <p:grpSpPr>
        <a:xfrm>
          <a:off x="0" y="0"/>
          <a:ext cx="0" cy="0"/>
          <a:chOff x="0" y="0"/>
          <a:chExt cx="0" cy="0"/>
        </a:xfrm>
      </p:grpSpPr>
      <p:sp>
        <p:nvSpPr>
          <p:cNvPr id="12" name="Title 7">
            <a:extLst>
              <a:ext uri="{FF2B5EF4-FFF2-40B4-BE49-F238E27FC236}">
                <a16:creationId xmlns:a16="http://schemas.microsoft.com/office/drawing/2014/main" id="{2796EECE-F343-22A6-EA79-5454FC6D7DF9}"/>
              </a:ext>
            </a:extLst>
          </p:cNvPr>
          <p:cNvSpPr>
            <a:spLocks noGrp="1"/>
          </p:cNvSpPr>
          <p:nvPr>
            <p:ph type="title"/>
          </p:nvPr>
        </p:nvSpPr>
        <p:spPr>
          <a:xfrm>
            <a:off x="1065600" y="825669"/>
            <a:ext cx="3355200" cy="993775"/>
          </a:xfrm>
          <a:prstGeom prst="rect">
            <a:avLst/>
          </a:prstGeom>
        </p:spPr>
        <p:txBody>
          <a:bodyPr/>
          <a:lstStyle>
            <a:lvl1pPr>
              <a:defRPr>
                <a:solidFill>
                  <a:schemeClr val="bg1"/>
                </a:solidFill>
              </a:defRPr>
            </a:lvl1pPr>
          </a:lstStyle>
          <a:p>
            <a:r>
              <a:rPr lang="en-US"/>
              <a:t>Click to edit Master title style</a:t>
            </a:r>
            <a:endParaRPr lang="en-GB" dirty="0"/>
          </a:p>
        </p:txBody>
      </p:sp>
      <p:sp>
        <p:nvSpPr>
          <p:cNvPr id="14" name="Content Placeholder 13">
            <a:extLst>
              <a:ext uri="{FF2B5EF4-FFF2-40B4-BE49-F238E27FC236}">
                <a16:creationId xmlns:a16="http://schemas.microsoft.com/office/drawing/2014/main" id="{AD7345D2-ED03-38D8-8CD1-EDAE38A3A7CD}"/>
              </a:ext>
            </a:extLst>
          </p:cNvPr>
          <p:cNvSpPr>
            <a:spLocks noGrp="1"/>
          </p:cNvSpPr>
          <p:nvPr>
            <p:ph sz="quarter" idx="13"/>
          </p:nvPr>
        </p:nvSpPr>
        <p:spPr>
          <a:xfrm>
            <a:off x="1058863" y="1871663"/>
            <a:ext cx="3362325" cy="2357437"/>
          </a:xfrm>
        </p:spPr>
        <p:txBody>
          <a:bodyPr/>
          <a:lstStyle>
            <a:lvl1pPr marL="0" indent="0">
              <a:buFont typeface="Arial" panose="020B0604020202020204" pitchFamily="34" charset="0"/>
              <a:buNone/>
              <a:defRPr/>
            </a:lvl1pPr>
            <a:lvl2pPr marL="357188" indent="-182563">
              <a:defRPr/>
            </a:lvl2pPr>
            <a:lvl3pPr marL="538163" indent="-174625">
              <a:defRPr/>
            </a:lvl3pPr>
            <a:lvl4pPr marL="717550" indent="-182563">
              <a:buFont typeface="Arial" panose="020B0604020202020204" pitchFamily="34" charset="0"/>
              <a:buChar char="•"/>
              <a:defRPr/>
            </a:lvl4pPr>
            <a:lvl5pPr marL="896938" indent="-176213">
              <a:buFont typeface="Arial" panose="020B0604020202020204" pitchFamily="34" charset="0"/>
              <a:buChar char="̵"/>
              <a:defRPr/>
            </a:lvl5pPr>
          </a:lstStyle>
          <a:p>
            <a:pPr lvl="0"/>
            <a:r>
              <a:rPr lang="en-US"/>
              <a:t>Click to edit Master text styles</a:t>
            </a:r>
          </a:p>
        </p:txBody>
      </p:sp>
      <p:sp>
        <p:nvSpPr>
          <p:cNvPr id="3" name="TextBox 2">
            <a:extLst>
              <a:ext uri="{FF2B5EF4-FFF2-40B4-BE49-F238E27FC236}">
                <a16:creationId xmlns:a16="http://schemas.microsoft.com/office/drawing/2014/main" id="{961F911D-EEDB-3E34-0325-AB82619EE5EF}"/>
              </a:ext>
              <a:ext uri="{C183D7F6-B498-43B3-948B-1728B52AA6E4}">
                <adec:decorative xmlns:adec="http://schemas.microsoft.com/office/drawing/2017/decorative" val="1"/>
              </a:ext>
            </a:extLst>
          </p:cNvPr>
          <p:cNvSpPr txBox="1"/>
          <p:nvPr userDrawn="1"/>
        </p:nvSpPr>
        <p:spPr>
          <a:xfrm>
            <a:off x="8009371" y="357965"/>
            <a:ext cx="775854" cy="115416"/>
          </a:xfrm>
          <a:prstGeom prst="rect">
            <a:avLst/>
          </a:prstGeom>
          <a:noFill/>
        </p:spPr>
        <p:txBody>
          <a:bodyPr wrap="none" lIns="0" tIns="0" rIns="0" bIns="0" rtlCol="0">
            <a:spAutoFit/>
          </a:bodyPr>
          <a:lstStyle/>
          <a:p>
            <a:pPr algn="r"/>
            <a:r>
              <a:rPr lang="en-US" sz="750" b="1" dirty="0">
                <a:solidFill>
                  <a:schemeClr val="bg1"/>
                </a:solidFill>
              </a:rPr>
              <a:t>ABERDEEN 2040</a:t>
            </a:r>
            <a:endParaRPr lang="en-US" sz="750" dirty="0">
              <a:solidFill>
                <a:schemeClr val="bg1"/>
              </a:solidFill>
            </a:endParaRPr>
          </a:p>
        </p:txBody>
      </p:sp>
      <p:pic>
        <p:nvPicPr>
          <p:cNvPr id="8" name="Picture 7" descr="A woman in a greenhouse with plants">
            <a:extLst>
              <a:ext uri="{FF2B5EF4-FFF2-40B4-BE49-F238E27FC236}">
                <a16:creationId xmlns:a16="http://schemas.microsoft.com/office/drawing/2014/main" id="{7342F75C-AFAE-D11D-C0ED-28B3467E34E7}"/>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t="-706"/>
          <a:stretch/>
        </p:blipFill>
        <p:spPr>
          <a:xfrm>
            <a:off x="4965510" y="831346"/>
            <a:ext cx="2887469" cy="3432679"/>
          </a:xfrm>
          <a:prstGeom prst="rect">
            <a:avLst/>
          </a:prstGeom>
        </p:spPr>
      </p:pic>
      <p:pic>
        <p:nvPicPr>
          <p:cNvPr id="2" name="Picture 1">
            <a:extLst>
              <a:ext uri="{FF2B5EF4-FFF2-40B4-BE49-F238E27FC236}">
                <a16:creationId xmlns:a16="http://schemas.microsoft.com/office/drawing/2014/main" id="{29DBA03B-32CA-BB1F-21F8-CD3328D4E9A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5838495" y="754744"/>
            <a:ext cx="2450804" cy="1121761"/>
          </a:xfrm>
          <a:prstGeom prst="rect">
            <a:avLst/>
          </a:prstGeom>
        </p:spPr>
      </p:pic>
      <p:pic>
        <p:nvPicPr>
          <p:cNvPr id="4" name="Picture 3">
            <a:extLst>
              <a:ext uri="{FF2B5EF4-FFF2-40B4-BE49-F238E27FC236}">
                <a16:creationId xmlns:a16="http://schemas.microsoft.com/office/drawing/2014/main" id="{1EEF3A05-AF29-10F3-7AA7-6E8427489397}"/>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6238434" y="3316981"/>
            <a:ext cx="1621677" cy="1042506"/>
          </a:xfrm>
          <a:prstGeom prst="rect">
            <a:avLst/>
          </a:prstGeom>
        </p:spPr>
      </p:pic>
      <p:pic>
        <p:nvPicPr>
          <p:cNvPr id="6" name="Logo">
            <a:extLst>
              <a:ext uri="{FF2B5EF4-FFF2-40B4-BE49-F238E27FC236}">
                <a16:creationId xmlns:a16="http://schemas.microsoft.com/office/drawing/2014/main" id="{907C9C71-AA49-D119-C210-1BEFF0F088F5}"/>
              </a:ext>
              <a:ext uri="{C183D7F6-B498-43B3-948B-1728B52AA6E4}">
                <adec:decorative xmlns:adec="http://schemas.microsoft.com/office/drawing/2017/decorative" val="1"/>
              </a:ext>
            </a:extLst>
          </p:cNvPr>
          <p:cNvPicPr>
            <a:picLocks noChangeAspect="1"/>
          </p:cNvPicPr>
          <p:nvPr userDrawn="1"/>
        </p:nvPicPr>
        <p:blipFill>
          <a:blip r:embed="rId5"/>
          <a:stretch>
            <a:fillRect/>
          </a:stretch>
        </p:blipFill>
        <p:spPr bwMode="black">
          <a:xfrm>
            <a:off x="327214" y="4410406"/>
            <a:ext cx="1440000" cy="395077"/>
          </a:xfrm>
          <a:prstGeom prst="rect">
            <a:avLst/>
          </a:prstGeom>
        </p:spPr>
      </p:pic>
    </p:spTree>
    <p:extLst>
      <p:ext uri="{BB962C8B-B14F-4D97-AF65-F5344CB8AC3E}">
        <p14:creationId xmlns:p14="http://schemas.microsoft.com/office/powerpoint/2010/main" val="3604098915"/>
      </p:ext>
    </p:extLst>
  </p:cSld>
  <p:clrMapOvr>
    <a:masterClrMapping/>
  </p:clrMapOvr>
  <p:extLst>
    <p:ext uri="{DCECCB84-F9BA-43D5-87BE-67443E8EF086}">
      <p15:sldGuideLst xmlns:p15="http://schemas.microsoft.com/office/powerpoint/2012/main">
        <p15:guide id="1" orient="horz" pos="282" userDrawn="1">
          <p15:clr>
            <a:srgbClr val="FBAE40"/>
          </p15:clr>
        </p15:guide>
        <p15:guide id="2" pos="204" userDrawn="1">
          <p15:clr>
            <a:srgbClr val="FBAE40"/>
          </p15:clr>
        </p15:guide>
        <p15:guide id="3" orient="horz" pos="3026" userDrawn="1">
          <p15:clr>
            <a:srgbClr val="FBAE40"/>
          </p15:clr>
        </p15:guide>
        <p15:guide id="4" pos="5534" userDrawn="1">
          <p15:clr>
            <a:srgbClr val="FBAE40"/>
          </p15:clr>
        </p15:guide>
        <p15:guide id="5" pos="930" userDrawn="1">
          <p15:clr>
            <a:srgbClr val="FBAE40"/>
          </p15:clr>
        </p15:guide>
        <p15:guide id="6" pos="3016" userDrawn="1">
          <p15:clr>
            <a:srgbClr val="FBAE40"/>
          </p15:clr>
        </p15:guide>
        <p15:guide id="7" orient="horz" pos="441" userDrawn="1">
          <p15:clr>
            <a:srgbClr val="FBAE40"/>
          </p15:clr>
        </p15:guide>
        <p15:guide id="8" orient="horz" pos="2686"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00374E"/>
        </a:solidFill>
        <a:effectLst/>
      </p:bgPr>
    </p:bg>
    <p:spTree>
      <p:nvGrpSpPr>
        <p:cNvPr id="1" name="Shape 87"/>
        <p:cNvGrpSpPr/>
        <p:nvPr/>
      </p:nvGrpSpPr>
      <p:grpSpPr>
        <a:xfrm>
          <a:off x="0" y="0"/>
          <a:ext cx="0" cy="0"/>
          <a:chOff x="0" y="0"/>
          <a:chExt cx="0" cy="0"/>
        </a:xfrm>
      </p:grpSpPr>
      <p:sp>
        <p:nvSpPr>
          <p:cNvPr id="4" name="Title Placeholder 3">
            <a:extLst>
              <a:ext uri="{FF2B5EF4-FFF2-40B4-BE49-F238E27FC236}">
                <a16:creationId xmlns:a16="http://schemas.microsoft.com/office/drawing/2014/main" id="{8F2AFFA9-ADFF-1C85-39EE-1F86CFF1464F}"/>
              </a:ext>
            </a:extLst>
          </p:cNvPr>
          <p:cNvSpPr>
            <a:spLocks noGrp="1"/>
          </p:cNvSpPr>
          <p:nvPr>
            <p:ph type="title"/>
          </p:nvPr>
        </p:nvSpPr>
        <p:spPr>
          <a:xfrm>
            <a:off x="628650" y="274638"/>
            <a:ext cx="7886700" cy="993775"/>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5" name="Text Placeholder 4">
            <a:extLst>
              <a:ext uri="{FF2B5EF4-FFF2-40B4-BE49-F238E27FC236}">
                <a16:creationId xmlns:a16="http://schemas.microsoft.com/office/drawing/2014/main" id="{96793869-0439-4489-60B8-21A88FD3624F}"/>
              </a:ext>
            </a:extLst>
          </p:cNvPr>
          <p:cNvSpPr>
            <a:spLocks noGrp="1"/>
          </p:cNvSpPr>
          <p:nvPr>
            <p:ph type="body" idx="1"/>
          </p:nvPr>
        </p:nvSpPr>
        <p:spPr>
          <a:xfrm>
            <a:off x="628650" y="1370013"/>
            <a:ext cx="7886700" cy="326231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4" name="TextBox 13">
            <a:extLst>
              <a:ext uri="{FF2B5EF4-FFF2-40B4-BE49-F238E27FC236}">
                <a16:creationId xmlns:a16="http://schemas.microsoft.com/office/drawing/2014/main" id="{99CC8188-7179-9FEC-DB31-058016294230}"/>
              </a:ext>
              <a:ext uri="{C183D7F6-B498-43B3-948B-1728B52AA6E4}">
                <adec:decorative xmlns:adec="http://schemas.microsoft.com/office/drawing/2017/decorative" val="1"/>
              </a:ext>
            </a:extLst>
          </p:cNvPr>
          <p:cNvSpPr txBox="1"/>
          <p:nvPr userDrawn="1"/>
        </p:nvSpPr>
        <p:spPr>
          <a:xfrm>
            <a:off x="323850" y="357965"/>
            <a:ext cx="1287212" cy="115416"/>
          </a:xfrm>
          <a:prstGeom prst="rect">
            <a:avLst/>
          </a:prstGeom>
          <a:noFill/>
        </p:spPr>
        <p:txBody>
          <a:bodyPr wrap="none" lIns="0" tIns="0" rIns="0" bIns="0" rtlCol="0">
            <a:spAutoFit/>
          </a:bodyPr>
          <a:lstStyle/>
          <a:p>
            <a:r>
              <a:rPr lang="en-US" sz="750" b="1" dirty="0">
                <a:solidFill>
                  <a:schemeClr val="bg1"/>
                </a:solidFill>
              </a:rPr>
              <a:t>GO BEYOND BOUNDARIES</a:t>
            </a:r>
            <a:r>
              <a:rPr lang="en-US" sz="750" dirty="0"/>
              <a:t> </a:t>
            </a:r>
          </a:p>
        </p:txBody>
      </p:sp>
      <p:pic>
        <p:nvPicPr>
          <p:cNvPr id="16" name="Picture 15">
            <a:extLst>
              <a:ext uri="{FF2B5EF4-FFF2-40B4-BE49-F238E27FC236}">
                <a16:creationId xmlns:a16="http://schemas.microsoft.com/office/drawing/2014/main" id="{3C45CEAE-0A54-B7A9-5CDF-21FFFAA8C431}"/>
              </a:ext>
              <a:ext uri="{C183D7F6-B498-43B3-948B-1728B52AA6E4}">
                <adec:decorative xmlns:adec="http://schemas.microsoft.com/office/drawing/2017/decorative" val="1"/>
              </a:ext>
            </a:extLst>
          </p:cNvPr>
          <p:cNvPicPr>
            <a:picLocks noChangeAspect="1"/>
          </p:cNvPicPr>
          <p:nvPr userDrawn="1"/>
        </p:nvPicPr>
        <p:blipFill>
          <a:blip r:embed="rId31" cstate="screen">
            <a:extLst>
              <a:ext uri="{28A0092B-C50C-407E-A947-70E740481C1C}">
                <a14:useLocalDpi xmlns:a14="http://schemas.microsoft.com/office/drawing/2010/main"/>
              </a:ext>
            </a:extLst>
          </a:blip>
          <a:stretch>
            <a:fillRect/>
          </a:stretch>
        </p:blipFill>
        <p:spPr bwMode="invGray">
          <a:xfrm>
            <a:off x="8176387" y="4686073"/>
            <a:ext cx="608838" cy="168402"/>
          </a:xfrm>
          <a:prstGeom prst="rect">
            <a:avLst/>
          </a:prstGeom>
        </p:spPr>
      </p:pic>
    </p:spTree>
  </p:cSld>
  <p:clrMap bg1="lt1" tx1="dk1" bg2="dk2" tx2="lt2" accent1="accent1" accent2="accent2" accent3="accent3" accent4="accent4" accent5="accent5" accent6="accent6" hlink="hlink" folHlink="folHlink"/>
  <p:sldLayoutIdLst>
    <p:sldLayoutId id="2147483688" r:id="rId1"/>
    <p:sldLayoutId id="2147483668" r:id="rId2"/>
    <p:sldLayoutId id="2147483681" r:id="rId3"/>
    <p:sldLayoutId id="2147483683" r:id="rId4"/>
    <p:sldLayoutId id="2147483704" r:id="rId5"/>
    <p:sldLayoutId id="2147483689" r:id="rId6"/>
    <p:sldLayoutId id="2147483709" r:id="rId7"/>
    <p:sldLayoutId id="2147483710" r:id="rId8"/>
    <p:sldLayoutId id="2147483711" r:id="rId9"/>
    <p:sldLayoutId id="2147483691" r:id="rId10"/>
    <p:sldLayoutId id="2147483690" r:id="rId11"/>
    <p:sldLayoutId id="2147483705" r:id="rId12"/>
    <p:sldLayoutId id="2147483712" r:id="rId13"/>
    <p:sldLayoutId id="2147483719" r:id="rId14"/>
    <p:sldLayoutId id="2147483706" r:id="rId15"/>
    <p:sldLayoutId id="2147483713" r:id="rId16"/>
    <p:sldLayoutId id="2147483718" r:id="rId17"/>
    <p:sldLayoutId id="2147483707" r:id="rId18"/>
    <p:sldLayoutId id="2147483714" r:id="rId19"/>
    <p:sldLayoutId id="2147483717" r:id="rId20"/>
    <p:sldLayoutId id="2147483708" r:id="rId21"/>
    <p:sldLayoutId id="2147483715" r:id="rId22"/>
    <p:sldLayoutId id="2147483716" r:id="rId23"/>
    <p:sldLayoutId id="2147483667" r:id="rId24"/>
    <p:sldLayoutId id="2147483670" r:id="rId25"/>
    <p:sldLayoutId id="2147483673" r:id="rId26"/>
    <p:sldLayoutId id="2147483674" r:id="rId27"/>
    <p:sldLayoutId id="2147483671" r:id="rId28"/>
    <p:sldLayoutId id="2147483675" r:id="rId29"/>
  </p:sldLayoutIdLst>
  <p:hf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3000" b="0" i="0" u="none" strike="noStrike" cap="none">
          <a:solidFill>
            <a:schemeClr val="bg1"/>
          </a:solidFill>
          <a:latin typeface="Arial" panose="020B0604020202020204" pitchFamily="34" charset="0"/>
          <a:ea typeface="Arial" panose="020B0604020202020204" pitchFamily="34" charset="0"/>
          <a:cs typeface="Arial" panose="020B0604020202020204" pitchFamily="34" charset="0"/>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L="193675" marR="0" lvl="0" indent="-193675" algn="l" rtl="0" eaLnBrk="1" hangingPunct="1">
        <a:lnSpc>
          <a:spcPct val="100000"/>
        </a:lnSpc>
        <a:spcBef>
          <a:spcPts val="0"/>
        </a:spcBef>
        <a:spcAft>
          <a:spcPts val="0"/>
        </a:spcAft>
        <a:buClr>
          <a:schemeClr val="bg1"/>
        </a:buClr>
        <a:buFont typeface="Arial" panose="020B0604020202020204" pitchFamily="34" charset="0"/>
        <a:buChar char="•"/>
        <a:defRPr sz="1800" b="0" i="0" u="none" strike="noStrike" cap="none">
          <a:solidFill>
            <a:schemeClr val="bg1"/>
          </a:solidFill>
          <a:latin typeface="Arial"/>
          <a:ea typeface="Arial"/>
          <a:cs typeface="Arial"/>
          <a:sym typeface="Arial"/>
        </a:defRPr>
      </a:lvl1pPr>
      <a:lvl2pPr marL="541338" marR="0" lvl="1" indent="-182563" algn="l" rtl="0" eaLnBrk="1" hangingPunct="1">
        <a:lnSpc>
          <a:spcPct val="100000"/>
        </a:lnSpc>
        <a:spcBef>
          <a:spcPts val="0"/>
        </a:spcBef>
        <a:spcAft>
          <a:spcPts val="0"/>
        </a:spcAft>
        <a:buClr>
          <a:schemeClr val="bg1"/>
        </a:buClr>
        <a:buFont typeface="Arial" panose="020B0604020202020204" pitchFamily="34" charset="0"/>
        <a:buChar char="̶"/>
        <a:defRPr sz="1400" b="0" i="0" u="none" strike="noStrike" cap="none">
          <a:solidFill>
            <a:schemeClr val="bg1"/>
          </a:solidFill>
          <a:latin typeface="Arial"/>
          <a:ea typeface="Arial"/>
          <a:cs typeface="Arial"/>
          <a:sym typeface="Arial"/>
        </a:defRPr>
      </a:lvl2pPr>
      <a:lvl3pPr marL="715963" marR="0" lvl="2" indent="-174625" algn="l" rtl="0" eaLnBrk="1" hangingPunct="1">
        <a:lnSpc>
          <a:spcPct val="100000"/>
        </a:lnSpc>
        <a:spcBef>
          <a:spcPts val="0"/>
        </a:spcBef>
        <a:spcAft>
          <a:spcPts val="0"/>
        </a:spcAft>
        <a:buClr>
          <a:schemeClr val="bg1"/>
        </a:buClr>
        <a:buFont typeface="Wingdings" panose="05000000000000000000" pitchFamily="2" charset="2"/>
        <a:buChar char="§"/>
        <a:defRPr sz="1400" b="0" i="0" u="none" strike="noStrike" cap="none">
          <a:solidFill>
            <a:schemeClr val="bg1"/>
          </a:solidFill>
          <a:latin typeface="Arial"/>
          <a:ea typeface="Arial"/>
          <a:cs typeface="Arial"/>
          <a:sym typeface="Arial"/>
        </a:defRPr>
      </a:lvl3pPr>
      <a:lvl4pPr marL="898525" marR="0" lvl="3" indent="-182563" algn="l" rtl="0" eaLnBrk="1" hangingPunct="1">
        <a:lnSpc>
          <a:spcPct val="100000"/>
        </a:lnSpc>
        <a:spcBef>
          <a:spcPts val="0"/>
        </a:spcBef>
        <a:spcAft>
          <a:spcPts val="0"/>
        </a:spcAft>
        <a:buClr>
          <a:schemeClr val="bg1"/>
        </a:buClr>
        <a:buFont typeface="Arial" panose="020B0604020202020204" pitchFamily="34" charset="0"/>
        <a:buChar char="•"/>
        <a:defRPr sz="1400" b="0" i="0" u="none" strike="noStrike" cap="none">
          <a:solidFill>
            <a:schemeClr val="bg1"/>
          </a:solidFill>
          <a:latin typeface="Arial"/>
          <a:ea typeface="Arial"/>
          <a:cs typeface="Arial"/>
          <a:sym typeface="Arial"/>
        </a:defRPr>
      </a:lvl4pPr>
      <a:lvl5pPr marL="1074738" marR="0" lvl="4" indent="-176213" algn="l" rtl="0" eaLnBrk="1" hangingPunct="1">
        <a:lnSpc>
          <a:spcPct val="100000"/>
        </a:lnSpc>
        <a:spcBef>
          <a:spcPts val="0"/>
        </a:spcBef>
        <a:spcAft>
          <a:spcPts val="0"/>
        </a:spcAft>
        <a:buClr>
          <a:schemeClr val="bg1"/>
        </a:buClr>
        <a:buFont typeface="Arial" panose="020B0604020202020204" pitchFamily="34" charset="0"/>
        <a:buChar char="̵"/>
        <a:defRPr sz="1400" b="0" i="0" u="none" strike="noStrike" cap="none">
          <a:solidFill>
            <a:schemeClr val="bg1"/>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898525" marR="0" lvl="6" indent="-182563" algn="l" rtl="0" eaLnBrk="1" hangingPunct="1">
        <a:lnSpc>
          <a:spcPct val="100000"/>
        </a:lnSpc>
        <a:spcBef>
          <a:spcPts val="0"/>
        </a:spcBef>
        <a:spcAft>
          <a:spcPts val="0"/>
        </a:spcAft>
        <a:buClr>
          <a:schemeClr val="bg1"/>
        </a:buClr>
        <a:buFont typeface="Arial" panose="020B0604020202020204" pitchFamily="34" charset="0"/>
        <a:buChar char="̵"/>
        <a:defRPr sz="1200" b="0" i="0" u="none" strike="noStrike" cap="none">
          <a:solidFill>
            <a:schemeClr val="bg1"/>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1165225" marR="0" lvl="8" indent="-182563" algn="l" rtl="0" eaLnBrk="1" hangingPunct="1">
        <a:lnSpc>
          <a:spcPct val="100000"/>
        </a:lnSpc>
        <a:spcBef>
          <a:spcPts val="0"/>
        </a:spcBef>
        <a:spcAft>
          <a:spcPts val="0"/>
        </a:spcAft>
        <a:buClr>
          <a:schemeClr val="bg1"/>
        </a:buClr>
        <a:buFont typeface="Wingdings" panose="05000000000000000000" pitchFamily="2" charset="2"/>
        <a:buChar char=""/>
        <a:defRPr sz="1200" b="0" i="0" u="none" strike="noStrike" cap="none">
          <a:solidFill>
            <a:schemeClr val="bg1"/>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xml"/><Relationship Id="rId1" Type="http://schemas.openxmlformats.org/officeDocument/2006/relationships/slideLayout" Target="../slideLayouts/slideLayout5.xml"/><Relationship Id="rId4" Type="http://schemas.openxmlformats.org/officeDocument/2006/relationships/image" Target="../media/image3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image" Target="../media/image32.tmp"/><Relationship Id="rId1" Type="http://schemas.openxmlformats.org/officeDocument/2006/relationships/slideLayout" Target="../slideLayouts/slideLayout14.xml"/><Relationship Id="rId4" Type="http://schemas.openxmlformats.org/officeDocument/2006/relationships/image" Target="../media/image34.emf"/></Relationships>
</file>

<file path=ppt/slides/_rels/slide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hyperlink" Target="mailto:elearning@abdn.ac.uk" TargetMode="External"/><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088029-70DB-3834-3E2B-BC3733555D79}"/>
              </a:ext>
            </a:extLst>
          </p:cNvPr>
          <p:cNvSpPr>
            <a:spLocks noGrp="1"/>
          </p:cNvSpPr>
          <p:nvPr>
            <p:ph type="title"/>
          </p:nvPr>
        </p:nvSpPr>
        <p:spPr/>
        <p:txBody>
          <a:bodyPr>
            <a:noAutofit/>
          </a:bodyPr>
          <a:lstStyle/>
          <a:p>
            <a:pPr>
              <a:lnSpc>
                <a:spcPts val="5100"/>
              </a:lnSpc>
            </a:pPr>
            <a:r>
              <a:rPr lang="en-US" sz="4400" b="0" dirty="0"/>
              <a:t>Advice for Handwritten Maths</a:t>
            </a:r>
            <a:endParaRPr lang="en-GB" sz="4400" dirty="0"/>
          </a:p>
        </p:txBody>
      </p:sp>
    </p:spTree>
    <p:extLst>
      <p:ext uri="{BB962C8B-B14F-4D97-AF65-F5344CB8AC3E}">
        <p14:creationId xmlns:p14="http://schemas.microsoft.com/office/powerpoint/2010/main" val="38177264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69AFEA-9D3E-5321-4DA8-BB9A930EAF76}"/>
              </a:ext>
            </a:extLst>
          </p:cNvPr>
          <p:cNvSpPr>
            <a:spLocks noGrp="1"/>
          </p:cNvSpPr>
          <p:nvPr>
            <p:ph type="title"/>
          </p:nvPr>
        </p:nvSpPr>
        <p:spPr>
          <a:xfrm>
            <a:off x="266488" y="709419"/>
            <a:ext cx="8460000" cy="522000"/>
          </a:xfrm>
        </p:spPr>
        <p:txBody>
          <a:bodyPr/>
          <a:lstStyle/>
          <a:p>
            <a:r>
              <a:rPr lang="en-GB" dirty="0"/>
              <a:t>Handwritten Maths</a:t>
            </a:r>
          </a:p>
        </p:txBody>
      </p:sp>
      <p:sp>
        <p:nvSpPr>
          <p:cNvPr id="3" name="Content Placeholder 2">
            <a:extLst>
              <a:ext uri="{FF2B5EF4-FFF2-40B4-BE49-F238E27FC236}">
                <a16:creationId xmlns:a16="http://schemas.microsoft.com/office/drawing/2014/main" id="{B293CB29-C877-50ED-80CA-B6C7110AC307}"/>
              </a:ext>
            </a:extLst>
          </p:cNvPr>
          <p:cNvSpPr>
            <a:spLocks noGrp="1"/>
          </p:cNvSpPr>
          <p:nvPr>
            <p:ph sz="quarter" idx="14"/>
          </p:nvPr>
        </p:nvSpPr>
        <p:spPr>
          <a:xfrm>
            <a:off x="266276" y="1587356"/>
            <a:ext cx="8459788" cy="2908444"/>
          </a:xfrm>
        </p:spPr>
        <p:txBody>
          <a:bodyPr/>
          <a:lstStyle/>
          <a:p>
            <a:r>
              <a:rPr lang="en-GB" dirty="0"/>
              <a:t>While hand-writing solutions has pedagogic value, it is not digitally accessible.</a:t>
            </a:r>
          </a:p>
          <a:p>
            <a:endParaRPr lang="en-GB" dirty="0"/>
          </a:p>
          <a:p>
            <a:r>
              <a:rPr lang="en-GB" dirty="0"/>
              <a:t>Handwritten material must be uploaded in a different format.</a:t>
            </a:r>
          </a:p>
          <a:p>
            <a:endParaRPr lang="en-GB" dirty="0"/>
          </a:p>
          <a:p>
            <a:r>
              <a:rPr lang="en-GB" dirty="0"/>
              <a:t>You can use AI to automatically convert handwritten maths into digital maths.</a:t>
            </a:r>
          </a:p>
          <a:p>
            <a:endParaRPr lang="en-GB" dirty="0"/>
          </a:p>
          <a:p>
            <a:r>
              <a:rPr lang="en-GB" dirty="0"/>
              <a:t>The following short guide shows examples of using Microsoft Copilot and Google Gemini to convert an image of handwritten maths to LaTeX code, which was then pasted in either a </a:t>
            </a:r>
            <a:r>
              <a:rPr lang="en-GB" dirty="0" err="1"/>
              <a:t>tex</a:t>
            </a:r>
            <a:r>
              <a:rPr lang="en-GB" dirty="0"/>
              <a:t> file or a </a:t>
            </a:r>
            <a:r>
              <a:rPr lang="en-GB" dirty="0" err="1"/>
              <a:t>MathType</a:t>
            </a:r>
            <a:r>
              <a:rPr lang="en-GB" dirty="0"/>
              <a:t> object.</a:t>
            </a:r>
          </a:p>
          <a:p>
            <a:endParaRPr lang="en-GB" dirty="0"/>
          </a:p>
        </p:txBody>
      </p:sp>
    </p:spTree>
    <p:extLst>
      <p:ext uri="{BB962C8B-B14F-4D97-AF65-F5344CB8AC3E}">
        <p14:creationId xmlns:p14="http://schemas.microsoft.com/office/powerpoint/2010/main" val="31437977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7398ED-3D93-55DF-4CF1-E799A4D521F6}"/>
              </a:ext>
            </a:extLst>
          </p:cNvPr>
          <p:cNvSpPr>
            <a:spLocks noGrp="1"/>
          </p:cNvSpPr>
          <p:nvPr>
            <p:ph type="title"/>
          </p:nvPr>
        </p:nvSpPr>
        <p:spPr>
          <a:xfrm>
            <a:off x="266612" y="611892"/>
            <a:ext cx="8460000" cy="522000"/>
          </a:xfrm>
        </p:spPr>
        <p:txBody>
          <a:bodyPr/>
          <a:lstStyle/>
          <a:p>
            <a:r>
              <a:rPr lang="en-GB" dirty="0"/>
              <a:t>Handwritten Maths </a:t>
            </a:r>
          </a:p>
        </p:txBody>
      </p:sp>
      <p:sp>
        <p:nvSpPr>
          <p:cNvPr id="3" name="Content Placeholder 2">
            <a:extLst>
              <a:ext uri="{FF2B5EF4-FFF2-40B4-BE49-F238E27FC236}">
                <a16:creationId xmlns:a16="http://schemas.microsoft.com/office/drawing/2014/main" id="{76433A0C-B60C-9713-8130-5E66D9DDE7BD}"/>
              </a:ext>
            </a:extLst>
          </p:cNvPr>
          <p:cNvSpPr>
            <a:spLocks noGrp="1"/>
          </p:cNvSpPr>
          <p:nvPr>
            <p:ph sz="quarter" idx="14"/>
          </p:nvPr>
        </p:nvSpPr>
        <p:spPr>
          <a:xfrm>
            <a:off x="266612" y="1183841"/>
            <a:ext cx="8459788" cy="2498725"/>
          </a:xfrm>
        </p:spPr>
        <p:txBody>
          <a:bodyPr vert="horz" lIns="91440" tIns="45720" rIns="91440" bIns="45720" rtlCol="0" anchor="t">
            <a:normAutofit/>
          </a:bodyPr>
          <a:lstStyle/>
          <a:p>
            <a:pPr marL="285750" indent="-285750">
              <a:spcBef>
                <a:spcPts val="1400"/>
              </a:spcBef>
              <a:buFont typeface="Arial" panose="020B0604020202020204" pitchFamily="34" charset="0"/>
              <a:buChar char="•"/>
            </a:pPr>
            <a:r>
              <a:rPr lang="en-GB" dirty="0"/>
              <a:t>The following prompt was used ‘Can you provide LaTeX code for the following handwritten maths’, together with an image of handwritten piece of maths.</a:t>
            </a:r>
          </a:p>
        </p:txBody>
      </p:sp>
      <p:pic>
        <p:nvPicPr>
          <p:cNvPr id="5" name="Picture 4" descr="screenshot of the prompt given to copilot and its answer.&#10;">
            <a:extLst>
              <a:ext uri="{FF2B5EF4-FFF2-40B4-BE49-F238E27FC236}">
                <a16:creationId xmlns:a16="http://schemas.microsoft.com/office/drawing/2014/main" id="{B2B928AF-7260-DFAB-8467-894958DCDB98}"/>
              </a:ext>
            </a:extLst>
          </p:cNvPr>
          <p:cNvPicPr>
            <a:picLocks noChangeAspect="1"/>
          </p:cNvPicPr>
          <p:nvPr/>
        </p:nvPicPr>
        <p:blipFill>
          <a:blip r:embed="rId3"/>
          <a:stretch>
            <a:fillRect/>
          </a:stretch>
        </p:blipFill>
        <p:spPr>
          <a:xfrm>
            <a:off x="1914603" y="1936585"/>
            <a:ext cx="2827263" cy="2595023"/>
          </a:xfrm>
          <a:prstGeom prst="rect">
            <a:avLst/>
          </a:prstGeom>
        </p:spPr>
      </p:pic>
      <p:pic>
        <p:nvPicPr>
          <p:cNvPr id="7" name="Picture 6" descr="screenshot of the prompt given to gemini and its answer.">
            <a:extLst>
              <a:ext uri="{FF2B5EF4-FFF2-40B4-BE49-F238E27FC236}">
                <a16:creationId xmlns:a16="http://schemas.microsoft.com/office/drawing/2014/main" id="{63810FBC-466F-03A2-54D7-93035A44BF2B}"/>
              </a:ext>
            </a:extLst>
          </p:cNvPr>
          <p:cNvPicPr>
            <a:picLocks noChangeAspect="1"/>
          </p:cNvPicPr>
          <p:nvPr/>
        </p:nvPicPr>
        <p:blipFill>
          <a:blip r:embed="rId4"/>
          <a:stretch>
            <a:fillRect/>
          </a:stretch>
        </p:blipFill>
        <p:spPr>
          <a:xfrm>
            <a:off x="5161774" y="1936585"/>
            <a:ext cx="2865214" cy="2595023"/>
          </a:xfrm>
          <a:prstGeom prst="rect">
            <a:avLst/>
          </a:prstGeom>
        </p:spPr>
      </p:pic>
      <p:sp>
        <p:nvSpPr>
          <p:cNvPr id="8" name="TextBox 7">
            <a:extLst>
              <a:ext uri="{FF2B5EF4-FFF2-40B4-BE49-F238E27FC236}">
                <a16:creationId xmlns:a16="http://schemas.microsoft.com/office/drawing/2014/main" id="{22C7012D-C2F2-1B0A-C12D-4871A78587A4}"/>
              </a:ext>
            </a:extLst>
          </p:cNvPr>
          <p:cNvSpPr txBox="1"/>
          <p:nvPr/>
        </p:nvSpPr>
        <p:spPr>
          <a:xfrm>
            <a:off x="1914603" y="4531608"/>
            <a:ext cx="2827263" cy="307777"/>
          </a:xfrm>
          <a:prstGeom prst="rect">
            <a:avLst/>
          </a:prstGeom>
          <a:noFill/>
        </p:spPr>
        <p:txBody>
          <a:bodyPr wrap="square" rtlCol="0">
            <a:spAutoFit/>
          </a:bodyPr>
          <a:lstStyle/>
          <a:p>
            <a:pPr algn="l"/>
            <a:r>
              <a:rPr lang="en-GB" dirty="0">
                <a:solidFill>
                  <a:schemeClr val="accent5">
                    <a:lumMod val="20000"/>
                    <a:lumOff val="80000"/>
                  </a:schemeClr>
                </a:solidFill>
              </a:rPr>
              <a:t>Copilot prompt and answer</a:t>
            </a:r>
          </a:p>
        </p:txBody>
      </p:sp>
      <p:sp>
        <p:nvSpPr>
          <p:cNvPr id="10" name="TextBox 9">
            <a:extLst>
              <a:ext uri="{FF2B5EF4-FFF2-40B4-BE49-F238E27FC236}">
                <a16:creationId xmlns:a16="http://schemas.microsoft.com/office/drawing/2014/main" id="{2D5A7A66-ED20-07A0-0634-5FC97716F11E}"/>
              </a:ext>
            </a:extLst>
          </p:cNvPr>
          <p:cNvSpPr txBox="1"/>
          <p:nvPr/>
        </p:nvSpPr>
        <p:spPr>
          <a:xfrm>
            <a:off x="5161774" y="4531608"/>
            <a:ext cx="2827263" cy="307777"/>
          </a:xfrm>
          <a:prstGeom prst="rect">
            <a:avLst/>
          </a:prstGeom>
          <a:noFill/>
        </p:spPr>
        <p:txBody>
          <a:bodyPr wrap="square" rtlCol="0">
            <a:spAutoFit/>
          </a:bodyPr>
          <a:lstStyle/>
          <a:p>
            <a:pPr algn="l"/>
            <a:r>
              <a:rPr lang="en-GB" dirty="0">
                <a:solidFill>
                  <a:schemeClr val="accent5">
                    <a:lumMod val="20000"/>
                    <a:lumOff val="80000"/>
                  </a:schemeClr>
                </a:solidFill>
              </a:rPr>
              <a:t>Gemini prompt and answer</a:t>
            </a:r>
          </a:p>
        </p:txBody>
      </p:sp>
    </p:spTree>
    <p:extLst>
      <p:ext uri="{BB962C8B-B14F-4D97-AF65-F5344CB8AC3E}">
        <p14:creationId xmlns:p14="http://schemas.microsoft.com/office/powerpoint/2010/main" val="20876692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177776-0FFC-FC4D-3D95-831FF8E3D482}"/>
              </a:ext>
            </a:extLst>
          </p:cNvPr>
          <p:cNvSpPr>
            <a:spLocks noGrp="1"/>
          </p:cNvSpPr>
          <p:nvPr>
            <p:ph type="title"/>
          </p:nvPr>
        </p:nvSpPr>
        <p:spPr>
          <a:xfrm>
            <a:off x="266700" y="612435"/>
            <a:ext cx="8460000" cy="522000"/>
          </a:xfrm>
        </p:spPr>
        <p:txBody>
          <a:bodyPr/>
          <a:lstStyle/>
          <a:p>
            <a:r>
              <a:rPr lang="en-GB" dirty="0"/>
              <a:t>Handwritten Maths</a:t>
            </a:r>
          </a:p>
        </p:txBody>
      </p:sp>
      <p:sp>
        <p:nvSpPr>
          <p:cNvPr id="3" name="Content Placeholder 2">
            <a:extLst>
              <a:ext uri="{FF2B5EF4-FFF2-40B4-BE49-F238E27FC236}">
                <a16:creationId xmlns:a16="http://schemas.microsoft.com/office/drawing/2014/main" id="{F3A34807-AC83-3501-8F47-0BCC763C7B1D}"/>
              </a:ext>
            </a:extLst>
          </p:cNvPr>
          <p:cNvSpPr>
            <a:spLocks noGrp="1"/>
          </p:cNvSpPr>
          <p:nvPr>
            <p:ph sz="quarter" idx="14"/>
          </p:nvPr>
        </p:nvSpPr>
        <p:spPr>
          <a:xfrm>
            <a:off x="266700" y="1487726"/>
            <a:ext cx="8459788" cy="2498725"/>
          </a:xfrm>
        </p:spPr>
        <p:txBody>
          <a:bodyPr/>
          <a:lstStyle/>
          <a:p>
            <a:pPr marL="285750" indent="-285750">
              <a:buFont typeface="Arial" panose="020B0604020202020204" pitchFamily="34" charset="0"/>
              <a:buChar char="•"/>
            </a:pPr>
            <a:r>
              <a:rPr lang="en-GB" dirty="0"/>
              <a:t>The </a:t>
            </a:r>
            <a:r>
              <a:rPr lang="en-GB" dirty="0" err="1"/>
              <a:t>LateX</a:t>
            </a:r>
            <a:r>
              <a:rPr lang="en-GB" dirty="0"/>
              <a:t> code was pasted into a </a:t>
            </a:r>
            <a:r>
              <a:rPr lang="en-GB" dirty="0" err="1"/>
              <a:t>tex</a:t>
            </a:r>
            <a:r>
              <a:rPr lang="en-GB" dirty="0"/>
              <a:t> file. </a:t>
            </a:r>
          </a:p>
          <a:p>
            <a:endParaRPr lang="en-GB" dirty="0"/>
          </a:p>
          <a:p>
            <a:pPr marL="644525" lvl="1" indent="-285750">
              <a:buFont typeface="Arial" panose="020B0604020202020204" pitchFamily="34" charset="0"/>
              <a:buChar char="•"/>
            </a:pPr>
            <a:r>
              <a:rPr lang="en-GB" sz="1600" dirty="0"/>
              <a:t>The code produced by Gemini required minor corrections (i.e. adding the missing maths environment commands);</a:t>
            </a:r>
          </a:p>
          <a:p>
            <a:pPr lvl="1" indent="0">
              <a:buNone/>
            </a:pPr>
            <a:endParaRPr lang="en-GB" sz="1600" dirty="0"/>
          </a:p>
          <a:p>
            <a:pPr marL="644525" lvl="1" indent="-285750">
              <a:buFont typeface="Arial" panose="020B0604020202020204" pitchFamily="34" charset="0"/>
              <a:buChar char="•"/>
            </a:pPr>
            <a:r>
              <a:rPr lang="en-GB" sz="1600" dirty="0"/>
              <a:t>Both codes used the command \therefore which requires the </a:t>
            </a:r>
            <a:r>
              <a:rPr lang="en-GB" sz="1600" dirty="0" err="1"/>
              <a:t>amssymb</a:t>
            </a:r>
            <a:r>
              <a:rPr lang="en-GB" sz="1600" dirty="0"/>
              <a:t> package</a:t>
            </a:r>
          </a:p>
          <a:p>
            <a:pPr marL="644525" lvl="1" indent="-285750">
              <a:buFont typeface="Arial" panose="020B0604020202020204" pitchFamily="34" charset="0"/>
              <a:buChar char="•"/>
            </a:pPr>
            <a:endParaRPr lang="en-GB" dirty="0"/>
          </a:p>
          <a:p>
            <a:endParaRPr lang="en-GB" dirty="0"/>
          </a:p>
        </p:txBody>
      </p:sp>
    </p:spTree>
    <p:extLst>
      <p:ext uri="{BB962C8B-B14F-4D97-AF65-F5344CB8AC3E}">
        <p14:creationId xmlns:p14="http://schemas.microsoft.com/office/powerpoint/2010/main" val="33071312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image of a piece of handwritten maths.">
            <a:extLst>
              <a:ext uri="{FF2B5EF4-FFF2-40B4-BE49-F238E27FC236}">
                <a16:creationId xmlns:a16="http://schemas.microsoft.com/office/drawing/2014/main" id="{7467A370-083F-18E6-43F0-6C74085CA4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6400" y="1129146"/>
            <a:ext cx="2153237" cy="2301839"/>
          </a:xfrm>
          <a:prstGeom prst="rect">
            <a:avLst/>
          </a:prstGeom>
        </p:spPr>
      </p:pic>
      <p:pic>
        <p:nvPicPr>
          <p:cNvPr id="6" name="Picture 5" descr="snapshot of the PDF generated from the LaTeX code produced by copilot.">
            <a:extLst>
              <a:ext uri="{FF2B5EF4-FFF2-40B4-BE49-F238E27FC236}">
                <a16:creationId xmlns:a16="http://schemas.microsoft.com/office/drawing/2014/main" id="{7132DD25-FD97-1E7B-4045-94D38D09675F}"/>
              </a:ext>
            </a:extLst>
          </p:cNvPr>
          <p:cNvPicPr>
            <a:picLocks noChangeAspect="1"/>
          </p:cNvPicPr>
          <p:nvPr/>
        </p:nvPicPr>
        <p:blipFill>
          <a:blip r:embed="rId3"/>
          <a:stretch>
            <a:fillRect/>
          </a:stretch>
        </p:blipFill>
        <p:spPr>
          <a:xfrm>
            <a:off x="2728207" y="1129146"/>
            <a:ext cx="2684248" cy="3775364"/>
          </a:xfrm>
          <a:prstGeom prst="rect">
            <a:avLst/>
          </a:prstGeom>
        </p:spPr>
      </p:pic>
      <p:pic>
        <p:nvPicPr>
          <p:cNvPr id="8" name="Picture 7" descr="Snapshot of the PDF generated by the LaTeX code produced by gemini (with minor corrections).">
            <a:extLst>
              <a:ext uri="{FF2B5EF4-FFF2-40B4-BE49-F238E27FC236}">
                <a16:creationId xmlns:a16="http://schemas.microsoft.com/office/drawing/2014/main" id="{0D6260C9-B53B-7ABE-C712-071EE5B59C27}"/>
              </a:ext>
            </a:extLst>
          </p:cNvPr>
          <p:cNvPicPr>
            <a:picLocks noChangeAspect="1"/>
          </p:cNvPicPr>
          <p:nvPr/>
        </p:nvPicPr>
        <p:blipFill>
          <a:blip r:embed="rId4"/>
          <a:stretch>
            <a:fillRect/>
          </a:stretch>
        </p:blipFill>
        <p:spPr>
          <a:xfrm>
            <a:off x="5622216" y="1129146"/>
            <a:ext cx="3327741" cy="2750754"/>
          </a:xfrm>
          <a:prstGeom prst="rect">
            <a:avLst/>
          </a:prstGeom>
        </p:spPr>
      </p:pic>
      <p:sp>
        <p:nvSpPr>
          <p:cNvPr id="9" name="TextBox 8">
            <a:extLst>
              <a:ext uri="{FF2B5EF4-FFF2-40B4-BE49-F238E27FC236}">
                <a16:creationId xmlns:a16="http://schemas.microsoft.com/office/drawing/2014/main" id="{451C6C29-3B31-53FE-F1B3-BE3E9D6240A4}"/>
              </a:ext>
            </a:extLst>
          </p:cNvPr>
          <p:cNvSpPr txBox="1"/>
          <p:nvPr/>
        </p:nvSpPr>
        <p:spPr>
          <a:xfrm>
            <a:off x="266400" y="851193"/>
            <a:ext cx="2225594" cy="276999"/>
          </a:xfrm>
          <a:prstGeom prst="rect">
            <a:avLst/>
          </a:prstGeom>
          <a:noFill/>
        </p:spPr>
        <p:txBody>
          <a:bodyPr wrap="square" rtlCol="0">
            <a:spAutoFit/>
          </a:bodyPr>
          <a:lstStyle/>
          <a:p>
            <a:pPr algn="l"/>
            <a:r>
              <a:rPr lang="en-GB" sz="1200" dirty="0">
                <a:solidFill>
                  <a:schemeClr val="accent5">
                    <a:lumMod val="20000"/>
                    <a:lumOff val="80000"/>
                  </a:schemeClr>
                </a:solidFill>
              </a:rPr>
              <a:t>Original handwritten script</a:t>
            </a:r>
          </a:p>
        </p:txBody>
      </p:sp>
      <p:sp>
        <p:nvSpPr>
          <p:cNvPr id="11" name="TextBox 10">
            <a:extLst>
              <a:ext uri="{FF2B5EF4-FFF2-40B4-BE49-F238E27FC236}">
                <a16:creationId xmlns:a16="http://schemas.microsoft.com/office/drawing/2014/main" id="{8DD876C0-FF53-8572-2E6F-807F7AE787EE}"/>
              </a:ext>
            </a:extLst>
          </p:cNvPr>
          <p:cNvSpPr txBox="1"/>
          <p:nvPr/>
        </p:nvSpPr>
        <p:spPr>
          <a:xfrm>
            <a:off x="2728207" y="851194"/>
            <a:ext cx="2481102" cy="276999"/>
          </a:xfrm>
          <a:prstGeom prst="rect">
            <a:avLst/>
          </a:prstGeom>
          <a:noFill/>
        </p:spPr>
        <p:txBody>
          <a:bodyPr wrap="square" rtlCol="0">
            <a:spAutoFit/>
          </a:bodyPr>
          <a:lstStyle/>
          <a:p>
            <a:pPr algn="l"/>
            <a:r>
              <a:rPr lang="en-GB" sz="1200" dirty="0">
                <a:solidFill>
                  <a:schemeClr val="accent5">
                    <a:lumMod val="20000"/>
                    <a:lumOff val="80000"/>
                  </a:schemeClr>
                </a:solidFill>
              </a:rPr>
              <a:t>Output from Copilot LaTeX code</a:t>
            </a:r>
          </a:p>
        </p:txBody>
      </p:sp>
      <p:sp>
        <p:nvSpPr>
          <p:cNvPr id="13" name="TextBox 12">
            <a:extLst>
              <a:ext uri="{FF2B5EF4-FFF2-40B4-BE49-F238E27FC236}">
                <a16:creationId xmlns:a16="http://schemas.microsoft.com/office/drawing/2014/main" id="{60A89A30-979C-D57D-AF27-E59B01E77FE5}"/>
              </a:ext>
            </a:extLst>
          </p:cNvPr>
          <p:cNvSpPr txBox="1"/>
          <p:nvPr/>
        </p:nvSpPr>
        <p:spPr>
          <a:xfrm>
            <a:off x="5622216" y="851193"/>
            <a:ext cx="2481102" cy="276999"/>
          </a:xfrm>
          <a:prstGeom prst="rect">
            <a:avLst/>
          </a:prstGeom>
          <a:noFill/>
        </p:spPr>
        <p:txBody>
          <a:bodyPr wrap="square" rtlCol="0">
            <a:spAutoFit/>
          </a:bodyPr>
          <a:lstStyle/>
          <a:p>
            <a:pPr algn="l"/>
            <a:r>
              <a:rPr lang="en-GB" sz="1200" dirty="0">
                <a:solidFill>
                  <a:schemeClr val="accent5">
                    <a:lumMod val="20000"/>
                    <a:lumOff val="80000"/>
                  </a:schemeClr>
                </a:solidFill>
              </a:rPr>
              <a:t>Output from Gemini LaTeX code</a:t>
            </a:r>
          </a:p>
        </p:txBody>
      </p:sp>
    </p:spTree>
    <p:extLst>
      <p:ext uri="{BB962C8B-B14F-4D97-AF65-F5344CB8AC3E}">
        <p14:creationId xmlns:p14="http://schemas.microsoft.com/office/powerpoint/2010/main" val="31949253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3B9A6-FED4-85E5-5355-59AE41A24776}"/>
              </a:ext>
            </a:extLst>
          </p:cNvPr>
          <p:cNvSpPr>
            <a:spLocks noGrp="1"/>
          </p:cNvSpPr>
          <p:nvPr>
            <p:ph type="title"/>
          </p:nvPr>
        </p:nvSpPr>
        <p:spPr>
          <a:xfrm>
            <a:off x="266700" y="668091"/>
            <a:ext cx="8460000" cy="522000"/>
          </a:xfrm>
        </p:spPr>
        <p:txBody>
          <a:bodyPr/>
          <a:lstStyle/>
          <a:p>
            <a:r>
              <a:rPr lang="en-GB" dirty="0"/>
              <a:t>Handwritten Maths</a:t>
            </a:r>
          </a:p>
        </p:txBody>
      </p:sp>
      <p:sp>
        <p:nvSpPr>
          <p:cNvPr id="3" name="Content Placeholder 2">
            <a:extLst>
              <a:ext uri="{FF2B5EF4-FFF2-40B4-BE49-F238E27FC236}">
                <a16:creationId xmlns:a16="http://schemas.microsoft.com/office/drawing/2014/main" id="{906EBC72-776C-E211-DFB3-34F491A12B05}"/>
              </a:ext>
            </a:extLst>
          </p:cNvPr>
          <p:cNvSpPr>
            <a:spLocks noGrp="1"/>
          </p:cNvSpPr>
          <p:nvPr>
            <p:ph sz="quarter" idx="14"/>
          </p:nvPr>
        </p:nvSpPr>
        <p:spPr>
          <a:xfrm>
            <a:off x="266700" y="1522079"/>
            <a:ext cx="8459788" cy="2498725"/>
          </a:xfrm>
        </p:spPr>
        <p:txBody>
          <a:bodyPr/>
          <a:lstStyle/>
          <a:p>
            <a:r>
              <a:rPr lang="en-GB" dirty="0"/>
              <a:t>Example of handwritten maths converted to LaTeX code with Gemini, then pasted in a </a:t>
            </a:r>
            <a:r>
              <a:rPr lang="en-GB" dirty="0" err="1"/>
              <a:t>MathType</a:t>
            </a:r>
            <a:r>
              <a:rPr lang="en-GB" dirty="0"/>
              <a:t> object:</a:t>
            </a:r>
          </a:p>
        </p:txBody>
      </p:sp>
      <p:pic>
        <p:nvPicPr>
          <p:cNvPr id="5" name="Picture 4" descr="An example of a handwritten solution.">
            <a:extLst>
              <a:ext uri="{FF2B5EF4-FFF2-40B4-BE49-F238E27FC236}">
                <a16:creationId xmlns:a16="http://schemas.microsoft.com/office/drawing/2014/main" id="{E51A22FD-BBC9-8072-521D-8B003BB6D218}"/>
              </a:ext>
            </a:extLst>
          </p:cNvPr>
          <p:cNvPicPr>
            <a:picLocks noChangeAspect="1"/>
          </p:cNvPicPr>
          <p:nvPr/>
        </p:nvPicPr>
        <p:blipFill>
          <a:blip r:embed="rId2">
            <a:extLst>
              <a:ext uri="{28A0092B-C50C-407E-A947-70E740481C1C}">
                <a14:useLocalDpi xmlns:a14="http://schemas.microsoft.com/office/drawing/2010/main" val="0"/>
              </a:ext>
            </a:extLst>
          </a:blip>
          <a:srcRect r="2848" b="361"/>
          <a:stretch>
            <a:fillRect/>
          </a:stretch>
        </p:blipFill>
        <p:spPr>
          <a:xfrm>
            <a:off x="2178181" y="2333991"/>
            <a:ext cx="2252280" cy="2018801"/>
          </a:xfrm>
          <a:prstGeom prst="rect">
            <a:avLst/>
          </a:prstGeom>
          <a:ln>
            <a:solidFill>
              <a:schemeClr val="tx1"/>
            </a:solidFill>
          </a:ln>
        </p:spPr>
      </p:pic>
      <p:pic>
        <p:nvPicPr>
          <p:cNvPr id="7" name="Picture 6" descr="Example showing the outcome after the handwritten maths was uploaded to Google Gemini which translated it to LaTeX code, and the LaTeX code was pasted into MathType where it could be further edited if required. ">
            <a:extLst>
              <a:ext uri="{FF2B5EF4-FFF2-40B4-BE49-F238E27FC236}">
                <a16:creationId xmlns:a16="http://schemas.microsoft.com/office/drawing/2014/main" id="{9DE5D53D-0885-D787-0337-F46F628F463D}"/>
              </a:ext>
            </a:extLst>
          </p:cNvPr>
          <p:cNvPicPr>
            <a:picLocks noChangeAspect="1"/>
          </p:cNvPicPr>
          <p:nvPr/>
        </p:nvPicPr>
        <p:blipFill>
          <a:blip r:embed="rId3"/>
          <a:stretch>
            <a:fillRect/>
          </a:stretch>
        </p:blipFill>
        <p:spPr>
          <a:xfrm>
            <a:off x="4865760" y="2333991"/>
            <a:ext cx="2099953" cy="2507829"/>
          </a:xfrm>
          <a:prstGeom prst="rect">
            <a:avLst/>
          </a:prstGeom>
        </p:spPr>
      </p:pic>
    </p:spTree>
    <p:extLst>
      <p:ext uri="{BB962C8B-B14F-4D97-AF65-F5344CB8AC3E}">
        <p14:creationId xmlns:p14="http://schemas.microsoft.com/office/powerpoint/2010/main" val="2642546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02B4C11-A60B-AA00-3A55-7D5B3CEBC319}"/>
              </a:ext>
            </a:extLst>
          </p:cNvPr>
          <p:cNvSpPr>
            <a:spLocks noGrp="1"/>
          </p:cNvSpPr>
          <p:nvPr>
            <p:ph sz="quarter" idx="13"/>
          </p:nvPr>
        </p:nvSpPr>
        <p:spPr>
          <a:xfrm>
            <a:off x="5032775" y="855388"/>
            <a:ext cx="3902425" cy="2357437"/>
          </a:xfrm>
        </p:spPr>
        <p:txBody>
          <a:bodyPr/>
          <a:lstStyle/>
          <a:p>
            <a:r>
              <a:rPr lang="en-GB" b="1" dirty="0"/>
              <a:t>Contact</a:t>
            </a:r>
            <a:r>
              <a:rPr lang="en-GB" dirty="0"/>
              <a:t>:</a:t>
            </a:r>
          </a:p>
          <a:p>
            <a:r>
              <a:rPr lang="en-GB" dirty="0"/>
              <a:t>E-learning team</a:t>
            </a:r>
          </a:p>
          <a:p>
            <a:r>
              <a:rPr lang="en-GB" dirty="0"/>
              <a:t>University of Aberdeen</a:t>
            </a:r>
          </a:p>
          <a:p>
            <a:endParaRPr lang="en-GB" dirty="0">
              <a:hlinkClick r:id="rId2"/>
            </a:endParaRPr>
          </a:p>
          <a:p>
            <a:r>
              <a:rPr lang="en-GB" dirty="0">
                <a:hlinkClick r:id="rId2"/>
              </a:rPr>
              <a:t>elearning@abdn.ac.uk</a:t>
            </a:r>
            <a:endParaRPr lang="en-GB" dirty="0"/>
          </a:p>
        </p:txBody>
      </p:sp>
    </p:spTree>
    <p:extLst>
      <p:ext uri="{BB962C8B-B14F-4D97-AF65-F5344CB8AC3E}">
        <p14:creationId xmlns:p14="http://schemas.microsoft.com/office/powerpoint/2010/main" val="360016759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PVERSION" val="8"/>
  <p:tag name="TPFULLVERSION" val="1.3.3.5"/>
  <p:tag name="TPOS" val="2"/>
  <p:tag name="TPLASTSAVEVERSION" val="6.2 PC"/>
  <p:tag name="TPLASTSAVEPRODUCT" val="EchoPoll for PowerPoint"/>
</p:tagLst>
</file>

<file path=ppt/theme/theme1.xml><?xml version="1.0" encoding="utf-8"?>
<a:theme xmlns:a="http://schemas.openxmlformats.org/drawingml/2006/main" name="UoA - Slide Template 2024">
  <a:themeElements>
    <a:clrScheme name="UoA Palette">
      <a:dk1>
        <a:srgbClr val="FFFFFF"/>
      </a:dk1>
      <a:lt1>
        <a:srgbClr val="FFFFFF"/>
      </a:lt1>
      <a:dk2>
        <a:srgbClr val="44546A"/>
      </a:dk2>
      <a:lt2>
        <a:srgbClr val="44546A"/>
      </a:lt2>
      <a:accent1>
        <a:srgbClr val="FBCB3B"/>
      </a:accent1>
      <a:accent2>
        <a:srgbClr val="F261B4"/>
      </a:accent2>
      <a:accent3>
        <a:srgbClr val="75E0AA"/>
      </a:accent3>
      <a:accent4>
        <a:srgbClr val="FF8048"/>
      </a:accent4>
      <a:accent5>
        <a:srgbClr val="75E0AA"/>
      </a:accent5>
      <a:accent6>
        <a:srgbClr val="00CCCF"/>
      </a:accent6>
      <a:hlink>
        <a:srgbClr val="FFFFFF"/>
      </a:hlink>
      <a:folHlink>
        <a:srgbClr val="BFBFB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lgn="l">
          <a:defRPr dirty="0" err="1" smtClean="0">
            <a:solidFill>
              <a:schemeClr val="bg1"/>
            </a:solidFill>
          </a:defRPr>
        </a:defPPr>
      </a:lstStyle>
    </a:txDef>
  </a:objectDefaults>
  <a:extraClrSchemeLst/>
  <a:extLst>
    <a:ext uri="{05A4C25C-085E-4340-85A3-A5531E510DB2}">
      <thm15:themeFamily xmlns:thm15="http://schemas.microsoft.com/office/thememl/2012/main" name="UoA PPT Template Sep 25.potx" id="{6CAD5025-8698-4154-A12E-EC96E022DF72}" vid="{F850FA85-87E8-46F0-968A-E8EBDD8CA752}"/>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8b1dd782-ccf7-4009-b7ca-c017af54b4e8"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CD4F9979B35931449F7D5B555FF11DBF" ma:contentTypeVersion="15" ma:contentTypeDescription="Create a new document." ma:contentTypeScope="" ma:versionID="40028b60f78d3b1e1027daf11f117501">
  <xsd:schema xmlns:xsd="http://www.w3.org/2001/XMLSchema" xmlns:xs="http://www.w3.org/2001/XMLSchema" xmlns:p="http://schemas.microsoft.com/office/2006/metadata/properties" xmlns:ns3="afda85e8-169f-4de6-ab20-dcb4d9f52f1d" xmlns:ns4="8b1dd782-ccf7-4009-b7ca-c017af54b4e8" targetNamespace="http://schemas.microsoft.com/office/2006/metadata/properties" ma:root="true" ma:fieldsID="2814960e859bcb58c5184922c838c881" ns3:_="" ns4:_="">
    <xsd:import namespace="afda85e8-169f-4de6-ab20-dcb4d9f52f1d"/>
    <xsd:import namespace="8b1dd782-ccf7-4009-b7ca-c017af54b4e8"/>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Tags" minOccurs="0"/>
                <xsd:element ref="ns4:MediaServiceGenerationTime" minOccurs="0"/>
                <xsd:element ref="ns4:MediaServiceEventHashCode" minOccurs="0"/>
                <xsd:element ref="ns4:MediaServiceDateTaken" minOccurs="0"/>
                <xsd:element ref="ns4:MediaServiceOCR" minOccurs="0"/>
                <xsd:element ref="ns4:MediaServiceLocation" minOccurs="0"/>
                <xsd:element ref="ns4:MediaLengthInSeconds" minOccurs="0"/>
                <xsd:element ref="ns4:MediaServiceAutoKeyPoints" minOccurs="0"/>
                <xsd:element ref="ns4:MediaServiceKeyPoints" minOccurs="0"/>
                <xsd:element ref="ns4: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fda85e8-169f-4de6-ab20-dcb4d9f52f1d"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b1dd782-ccf7-4009-b7ca-c017af54b4e8"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Location" ma:index="18" nillable="true" ma:displayName="Location" ma:internalName="MediaServiceLocatio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AutoKeyPoints" ma:index="20" nillable="true" ma:displayName="MediaServiceAutoKeyPoints" ma:hidden="true" ma:internalName="MediaServiceAutoKeyPoints" ma:readOnly="true">
      <xsd:simpleType>
        <xsd:restriction base="dms:Note"/>
      </xsd:simpleType>
    </xsd:element>
    <xsd:element name="MediaServiceKeyPoints" ma:index="21" nillable="true" ma:displayName="KeyPoints" ma:internalName="MediaServiceKeyPoints" ma:readOnly="true">
      <xsd:simpleType>
        <xsd:restriction base="dms:Note">
          <xsd:maxLength value="255"/>
        </xsd:restriction>
      </xsd:simpleType>
    </xsd:element>
    <xsd:element name="_activity" ma:index="22"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315FE96-BD7D-43F9-B325-35CBEA89D188}">
  <ds:schemaRefs>
    <ds:schemaRef ds:uri="afda85e8-169f-4de6-ab20-dcb4d9f52f1d"/>
    <ds:schemaRef ds:uri="http://schemas.microsoft.com/office/infopath/2007/PartnerControls"/>
    <ds:schemaRef ds:uri="http://www.w3.org/XML/1998/namespace"/>
    <ds:schemaRef ds:uri="http://schemas.microsoft.com/office/2006/documentManagement/types"/>
    <ds:schemaRef ds:uri="http://purl.org/dc/dcmitype/"/>
    <ds:schemaRef ds:uri="http://purl.org/dc/terms/"/>
    <ds:schemaRef ds:uri="http://purl.org/dc/elements/1.1/"/>
    <ds:schemaRef ds:uri="http://schemas.microsoft.com/office/2006/metadata/properties"/>
    <ds:schemaRef ds:uri="http://schemas.openxmlformats.org/package/2006/metadata/core-properties"/>
    <ds:schemaRef ds:uri="8b1dd782-ccf7-4009-b7ca-c017af54b4e8"/>
  </ds:schemaRefs>
</ds:datastoreItem>
</file>

<file path=customXml/itemProps2.xml><?xml version="1.0" encoding="utf-8"?>
<ds:datastoreItem xmlns:ds="http://schemas.openxmlformats.org/officeDocument/2006/customXml" ds:itemID="{577700E5-9302-469D-A5F8-2104E8F64DE3}">
  <ds:schemaRefs>
    <ds:schemaRef ds:uri="http://schemas.microsoft.com/sharepoint/v3/contenttype/forms"/>
  </ds:schemaRefs>
</ds:datastoreItem>
</file>

<file path=customXml/itemProps3.xml><?xml version="1.0" encoding="utf-8"?>
<ds:datastoreItem xmlns:ds="http://schemas.openxmlformats.org/officeDocument/2006/customXml" ds:itemID="{42F9613A-C801-49EA-A7FA-513B2D0914A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fda85e8-169f-4de6-ab20-dcb4d9f52f1d"/>
    <ds:schemaRef ds:uri="8b1dd782-ccf7-4009-b7ca-c017af54b4e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UoA-PPT-Template-Sep-25</Template>
  <TotalTime>112</TotalTime>
  <Words>218</Words>
  <Application>Microsoft Office PowerPoint</Application>
  <PresentationFormat>On-screen Show (16:9)</PresentationFormat>
  <Paragraphs>30</Paragraphs>
  <Slides>7</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Wingdings</vt:lpstr>
      <vt:lpstr>Arial</vt:lpstr>
      <vt:lpstr>UoA - Slide Template 2024</vt:lpstr>
      <vt:lpstr>Advice for Handwritten Maths</vt:lpstr>
      <vt:lpstr>Handwritten Maths</vt:lpstr>
      <vt:lpstr>Handwritten Maths </vt:lpstr>
      <vt:lpstr>Handwritten Maths</vt:lpstr>
      <vt:lpstr>PowerPoint Presentation</vt:lpstr>
      <vt:lpstr>Handwritten Maths</vt:lpstr>
      <vt:lpstr>PowerPoint Presentation</vt:lpstr>
    </vt:vector>
  </TitlesOfParts>
  <Company>University of Aberdeen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Richard, Dr Morgiane C</dc:creator>
  <cp:lastModifiedBy>Richard, Dr Morgiane C</cp:lastModifiedBy>
  <cp:revision>8</cp:revision>
  <dcterms:created xsi:type="dcterms:W3CDTF">2026-08-26T14:13:15Z</dcterms:created>
  <dcterms:modified xsi:type="dcterms:W3CDTF">2026-08-27T12:58:03Z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0x010100CD4F9979B35931449F7D5B555FF11DBF</vt:lpwstr>
  </property>
</Properties>
</file>