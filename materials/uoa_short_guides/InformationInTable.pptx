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4"/>
  </p:sldMasterIdLst>
  <p:notesMasterIdLst>
    <p:notesMasterId r:id="rId11"/>
  </p:notesMasterIdLst>
  <p:handoutMasterIdLst>
    <p:handoutMasterId r:id="rId12"/>
  </p:handoutMasterIdLst>
  <p:sldIdLst>
    <p:sldId id="276" r:id="rId5"/>
    <p:sldId id="277" r:id="rId6"/>
    <p:sldId id="272" r:id="rId7"/>
    <p:sldId id="273" r:id="rId8"/>
    <p:sldId id="274" r:id="rId9"/>
    <p:sldId id="284" r:id="rId10"/>
  </p:sldIdLst>
  <p:sldSz cx="9144000" cy="5143500" type="screen16x9"/>
  <p:notesSz cx="6858000" cy="9144000"/>
  <p:custDataLst>
    <p:tags r:id="rId13"/>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26" userDrawn="1">
          <p15:clr>
            <a:srgbClr val="A4A3A4"/>
          </p15:clr>
        </p15:guide>
        <p15:guide id="5" orient="horz" pos="1008" userDrawn="1">
          <p15:clr>
            <a:srgbClr val="A4A3A4"/>
          </p15:clr>
        </p15:guide>
        <p15:guide id="7" pos="4921" userDrawn="1">
          <p15:clr>
            <a:srgbClr val="A4A3A4"/>
          </p15:clr>
        </p15:guide>
        <p15:guide id="8" pos="3266" userDrawn="1">
          <p15:clr>
            <a:srgbClr val="A4A3A4"/>
          </p15:clr>
        </p15:guide>
        <p15:guide id="10" orient="horz" pos="1325" userDrawn="1">
          <p15:clr>
            <a:srgbClr val="A4A3A4"/>
          </p15:clr>
        </p15:guide>
        <p15:guide id="14" orient="horz" pos="849" userDrawn="1">
          <p15:clr>
            <a:srgbClr val="A4A3A4"/>
          </p15:clr>
        </p15:guide>
        <p15:guide id="16" orient="horz" pos="2618" userDrawn="1">
          <p15:clr>
            <a:srgbClr val="A4A3A4"/>
          </p15:clr>
        </p15:guide>
        <p15:guide id="17" orient="horz" pos="2867" userDrawn="1">
          <p15:clr>
            <a:srgbClr val="A4A3A4"/>
          </p15:clr>
        </p15:guide>
        <p15:guide id="18" pos="226" userDrawn="1">
          <p15:clr>
            <a:srgbClr val="A4A3A4"/>
          </p15:clr>
        </p15:guide>
        <p15:guide id="19" pos="4377" userDrawn="1">
          <p15:clr>
            <a:srgbClr val="A4A3A4"/>
          </p15:clr>
        </p15:guide>
        <p15:guide id="20" orient="horz" pos="1166" userDrawn="1">
          <p15:clr>
            <a:srgbClr val="A4A3A4"/>
          </p15:clr>
        </p15:guide>
        <p15:guide id="21" orient="horz" pos="3240" userDrawn="1">
          <p15:clr>
            <a:srgbClr val="A4A3A4"/>
          </p15:clr>
        </p15:guide>
        <p15:guide id="22" pos="2767" userDrawn="1">
          <p15:clr>
            <a:srgbClr val="A4A3A4"/>
          </p15:clr>
        </p15:guide>
        <p15:guide id="23" pos="381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A7DD8A5-A728-9C7C-F9A6-F26C08135F17}" name="Macdonald, Lucy J" initials="MLJ" userId="S::ade372@abdn.ac.uk::f488a842-baa6-445c-8bd4-613a5949b1d7" providerId="AD"/>
  <p188:author id="{7CAF7BF6-7A11-9674-ED67-4A4149AD6C3E}" name="Law, Karen" initials="LK" userId="S::lls032@abdn.ac.uk::4db01025-f5d7-4169-8d29-d41e4834ac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00CCCF"/>
    <a:srgbClr val="00374E"/>
    <a:srgbClr val="FBCB3B"/>
    <a:srgbClr val="75E0AA"/>
    <a:srgbClr val="14273D"/>
    <a:srgbClr val="0E434B"/>
    <a:srgbClr val="2E3547"/>
    <a:srgbClr val="593341"/>
    <a:srgbClr val="9230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 dt="2026-08-27T10:08:20.840"/>
    <p1510:client id="{66AA652E-E1C5-408A-B4C9-3485AFA37C00}" v="3" dt="2026-08-26T15:25:43.901"/>
    <p1510:client id="{D1477B69-BE3A-CAB0-30A0-0915304704CC}" v="9" dt="2026-08-27T10:46:09.9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2" d="100"/>
          <a:sy n="132" d="100"/>
        </p:scale>
        <p:origin x="132" y="222"/>
      </p:cViewPr>
      <p:guideLst>
        <p:guide orient="horz" pos="3026"/>
        <p:guide orient="horz" pos="1008"/>
        <p:guide pos="4921"/>
        <p:guide pos="3266"/>
        <p:guide orient="horz" pos="1325"/>
        <p:guide orient="horz" pos="849"/>
        <p:guide orient="horz" pos="2618"/>
        <p:guide orient="horz" pos="2867"/>
        <p:guide pos="226"/>
        <p:guide pos="4377"/>
        <p:guide orient="horz" pos="1166"/>
        <p:guide orient="horz" pos="3240"/>
        <p:guide pos="2767"/>
        <p:guide pos="381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Dr Morgiane C" userId="b7f0f3e8-bbd7-4b72-817a-fcc3bbc6a5fd" providerId="ADAL" clId="{F204D117-7105-492C-9EE0-9B3543D1DBE6}"/>
    <pc:docChg chg="custSel addSld delSld modSld">
      <pc:chgData name="Richard, Dr Morgiane C" userId="b7f0f3e8-bbd7-4b72-817a-fcc3bbc6a5fd" providerId="ADAL" clId="{F204D117-7105-492C-9EE0-9B3543D1DBE6}" dt="2026-08-26T15:26:20.867" v="1450" actId="1076"/>
      <pc:docMkLst>
        <pc:docMk/>
      </pc:docMkLst>
      <pc:sldChg chg="del">
        <pc:chgData name="Richard, Dr Morgiane C" userId="b7f0f3e8-bbd7-4b72-817a-fcc3bbc6a5fd" providerId="ADAL" clId="{F204D117-7105-492C-9EE0-9B3543D1DBE6}" dt="2026-08-26T15:00:16.531" v="0" actId="47"/>
        <pc:sldMkLst>
          <pc:docMk/>
          <pc:sldMk cId="2356018968" sldId="262"/>
        </pc:sldMkLst>
      </pc:sldChg>
      <pc:sldChg chg="del">
        <pc:chgData name="Richard, Dr Morgiane C" userId="b7f0f3e8-bbd7-4b72-817a-fcc3bbc6a5fd" providerId="ADAL" clId="{F204D117-7105-492C-9EE0-9B3543D1DBE6}" dt="2026-08-26T15:00:20.204" v="4" actId="47"/>
        <pc:sldMkLst>
          <pc:docMk/>
          <pc:sldMk cId="3294830089" sldId="265"/>
        </pc:sldMkLst>
      </pc:sldChg>
      <pc:sldChg chg="del">
        <pc:chgData name="Richard, Dr Morgiane C" userId="b7f0f3e8-bbd7-4b72-817a-fcc3bbc6a5fd" providerId="ADAL" clId="{F204D117-7105-492C-9EE0-9B3543D1DBE6}" dt="2026-08-26T15:00:18.644" v="2" actId="47"/>
        <pc:sldMkLst>
          <pc:docMk/>
          <pc:sldMk cId="2055836798" sldId="266"/>
        </pc:sldMkLst>
      </pc:sldChg>
      <pc:sldChg chg="del">
        <pc:chgData name="Richard, Dr Morgiane C" userId="b7f0f3e8-bbd7-4b72-817a-fcc3bbc6a5fd" providerId="ADAL" clId="{F204D117-7105-492C-9EE0-9B3543D1DBE6}" dt="2026-08-26T15:00:20.933" v="5" actId="47"/>
        <pc:sldMkLst>
          <pc:docMk/>
          <pc:sldMk cId="2564429808" sldId="267"/>
        </pc:sldMkLst>
      </pc:sldChg>
      <pc:sldChg chg="del">
        <pc:chgData name="Richard, Dr Morgiane C" userId="b7f0f3e8-bbd7-4b72-817a-fcc3bbc6a5fd" providerId="ADAL" clId="{F204D117-7105-492C-9EE0-9B3543D1DBE6}" dt="2026-08-26T15:00:21.907" v="6" actId="47"/>
        <pc:sldMkLst>
          <pc:docMk/>
          <pc:sldMk cId="572533018" sldId="268"/>
        </pc:sldMkLst>
      </pc:sldChg>
      <pc:sldChg chg="del">
        <pc:chgData name="Richard, Dr Morgiane C" userId="b7f0f3e8-bbd7-4b72-817a-fcc3bbc6a5fd" providerId="ADAL" clId="{F204D117-7105-492C-9EE0-9B3543D1DBE6}" dt="2026-08-26T15:00:25.689" v="9" actId="47"/>
        <pc:sldMkLst>
          <pc:docMk/>
          <pc:sldMk cId="3952065375" sldId="269"/>
        </pc:sldMkLst>
      </pc:sldChg>
      <pc:sldChg chg="del">
        <pc:chgData name="Richard, Dr Morgiane C" userId="b7f0f3e8-bbd7-4b72-817a-fcc3bbc6a5fd" providerId="ADAL" clId="{F204D117-7105-492C-9EE0-9B3543D1DBE6}" dt="2026-08-26T15:00:26.934" v="10" actId="47"/>
        <pc:sldMkLst>
          <pc:docMk/>
          <pc:sldMk cId="2087669290" sldId="270"/>
        </pc:sldMkLst>
      </pc:sldChg>
      <pc:sldChg chg="del">
        <pc:chgData name="Richard, Dr Morgiane C" userId="b7f0f3e8-bbd7-4b72-817a-fcc3bbc6a5fd" providerId="ADAL" clId="{F204D117-7105-492C-9EE0-9B3543D1DBE6}" dt="2026-08-26T15:00:27.854" v="11" actId="47"/>
        <pc:sldMkLst>
          <pc:docMk/>
          <pc:sldMk cId="2885620" sldId="271"/>
        </pc:sldMkLst>
      </pc:sldChg>
      <pc:sldChg chg="modSp mod modNotesTx">
        <pc:chgData name="Richard, Dr Morgiane C" userId="b7f0f3e8-bbd7-4b72-817a-fcc3bbc6a5fd" providerId="ADAL" clId="{F204D117-7105-492C-9EE0-9B3543D1DBE6}" dt="2026-08-26T15:22:41.266" v="1292" actId="27636"/>
        <pc:sldMkLst>
          <pc:docMk/>
          <pc:sldMk cId="310024480" sldId="272"/>
        </pc:sldMkLst>
        <pc:spChg chg="mod">
          <ac:chgData name="Richard, Dr Morgiane C" userId="b7f0f3e8-bbd7-4b72-817a-fcc3bbc6a5fd" providerId="ADAL" clId="{F204D117-7105-492C-9EE0-9B3543D1DBE6}" dt="2026-08-26T15:12:47.491" v="871" actId="1076"/>
          <ac:spMkLst>
            <pc:docMk/>
            <pc:sldMk cId="310024480" sldId="272"/>
            <ac:spMk id="2" creationId="{CF554987-C7B9-589C-9239-CF1139295251}"/>
          </ac:spMkLst>
        </pc:spChg>
        <pc:spChg chg="mod">
          <ac:chgData name="Richard, Dr Morgiane C" userId="b7f0f3e8-bbd7-4b72-817a-fcc3bbc6a5fd" providerId="ADAL" clId="{F204D117-7105-492C-9EE0-9B3543D1DBE6}" dt="2026-08-26T15:22:41.266" v="1292" actId="27636"/>
          <ac:spMkLst>
            <pc:docMk/>
            <pc:sldMk cId="310024480" sldId="272"/>
            <ac:spMk id="3" creationId="{E3F1CA82-2243-F88A-A240-5D73E969DDA9}"/>
          </ac:spMkLst>
        </pc:spChg>
        <pc:picChg chg="mod">
          <ac:chgData name="Richard, Dr Morgiane C" userId="b7f0f3e8-bbd7-4b72-817a-fcc3bbc6a5fd" providerId="ADAL" clId="{F204D117-7105-492C-9EE0-9B3543D1DBE6}" dt="2026-08-26T15:14:33.910" v="1028" actId="1076"/>
          <ac:picMkLst>
            <pc:docMk/>
            <pc:sldMk cId="310024480" sldId="272"/>
            <ac:picMk id="6" creationId="{3D10D221-52FE-57A7-8F55-EF65DAB4A238}"/>
          </ac:picMkLst>
        </pc:picChg>
      </pc:sldChg>
      <pc:sldChg chg="addSp delSp modSp mod modClrScheme chgLayout modNotesTx">
        <pc:chgData name="Richard, Dr Morgiane C" userId="b7f0f3e8-bbd7-4b72-817a-fcc3bbc6a5fd" providerId="ADAL" clId="{F204D117-7105-492C-9EE0-9B3543D1DBE6}" dt="2026-08-26T15:23:22.459" v="1316" actId="1035"/>
        <pc:sldMkLst>
          <pc:docMk/>
          <pc:sldMk cId="3169923547" sldId="273"/>
        </pc:sldMkLst>
        <pc:spChg chg="mod ord">
          <ac:chgData name="Richard, Dr Morgiane C" userId="b7f0f3e8-bbd7-4b72-817a-fcc3bbc6a5fd" providerId="ADAL" clId="{F204D117-7105-492C-9EE0-9B3543D1DBE6}" dt="2026-08-26T15:20:17.778" v="1154" actId="1076"/>
          <ac:spMkLst>
            <pc:docMk/>
            <pc:sldMk cId="3169923547" sldId="273"/>
            <ac:spMk id="2" creationId="{E927EF31-352A-9AF7-240E-0EB8ABBF002C}"/>
          </ac:spMkLst>
        </pc:spChg>
        <pc:spChg chg="mod ord">
          <ac:chgData name="Richard, Dr Morgiane C" userId="b7f0f3e8-bbd7-4b72-817a-fcc3bbc6a5fd" providerId="ADAL" clId="{F204D117-7105-492C-9EE0-9B3543D1DBE6}" dt="2026-08-26T15:20:10.007" v="1153" actId="700"/>
          <ac:spMkLst>
            <pc:docMk/>
            <pc:sldMk cId="3169923547" sldId="273"/>
            <ac:spMk id="3" creationId="{AAC1FF24-0D61-E85C-F21B-A75FDFD7E8D4}"/>
          </ac:spMkLst>
        </pc:spChg>
        <pc:spChg chg="add del mod">
          <ac:chgData name="Richard, Dr Morgiane C" userId="b7f0f3e8-bbd7-4b72-817a-fcc3bbc6a5fd" providerId="ADAL" clId="{F204D117-7105-492C-9EE0-9B3543D1DBE6}" dt="2026-08-26T15:21:13.662" v="1157"/>
          <ac:spMkLst>
            <pc:docMk/>
            <pc:sldMk cId="3169923547" sldId="273"/>
            <ac:spMk id="4" creationId="{A2315B8F-8A30-D3B5-9DC1-12DCF4E44E10}"/>
          </ac:spMkLst>
        </pc:spChg>
        <pc:spChg chg="add mod">
          <ac:chgData name="Richard, Dr Morgiane C" userId="b7f0f3e8-bbd7-4b72-817a-fcc3bbc6a5fd" providerId="ADAL" clId="{F204D117-7105-492C-9EE0-9B3543D1DBE6}" dt="2026-08-26T15:22:59.116" v="1296" actId="14100"/>
          <ac:spMkLst>
            <pc:docMk/>
            <pc:sldMk cId="3169923547" sldId="273"/>
            <ac:spMk id="5" creationId="{3760F13E-2BCB-7CD6-BF9F-1C25E1D6EB01}"/>
          </ac:spMkLst>
        </pc:spChg>
        <pc:picChg chg="mod">
          <ac:chgData name="Richard, Dr Morgiane C" userId="b7f0f3e8-bbd7-4b72-817a-fcc3bbc6a5fd" providerId="ADAL" clId="{F204D117-7105-492C-9EE0-9B3543D1DBE6}" dt="2026-08-26T15:23:10.739" v="1303" actId="1036"/>
          <ac:picMkLst>
            <pc:docMk/>
            <pc:sldMk cId="3169923547" sldId="273"/>
            <ac:picMk id="7" creationId="{B7E0FB09-82FE-BB79-63FE-D412FDA93933}"/>
          </ac:picMkLst>
        </pc:picChg>
        <pc:picChg chg="mod">
          <ac:chgData name="Richard, Dr Morgiane C" userId="b7f0f3e8-bbd7-4b72-817a-fcc3bbc6a5fd" providerId="ADAL" clId="{F204D117-7105-492C-9EE0-9B3543D1DBE6}" dt="2026-08-26T15:23:22.459" v="1316" actId="1035"/>
          <ac:picMkLst>
            <pc:docMk/>
            <pc:sldMk cId="3169923547" sldId="273"/>
            <ac:picMk id="8" creationId="{956BCD8E-FDFB-9905-B671-1DC6465FAB98}"/>
          </ac:picMkLst>
        </pc:picChg>
      </pc:sldChg>
      <pc:sldChg chg="modSp mod modNotesTx">
        <pc:chgData name="Richard, Dr Morgiane C" userId="b7f0f3e8-bbd7-4b72-817a-fcc3bbc6a5fd" providerId="ADAL" clId="{F204D117-7105-492C-9EE0-9B3543D1DBE6}" dt="2026-08-26T15:25:51.685" v="1449" actId="1035"/>
        <pc:sldMkLst>
          <pc:docMk/>
          <pc:sldMk cId="1094456214" sldId="274"/>
        </pc:sldMkLst>
        <pc:spChg chg="mod">
          <ac:chgData name="Richard, Dr Morgiane C" userId="b7f0f3e8-bbd7-4b72-817a-fcc3bbc6a5fd" providerId="ADAL" clId="{F204D117-7105-492C-9EE0-9B3543D1DBE6}" dt="2026-08-26T15:23:43.181" v="1341" actId="20577"/>
          <ac:spMkLst>
            <pc:docMk/>
            <pc:sldMk cId="1094456214" sldId="274"/>
            <ac:spMk id="2" creationId="{CA515B73-7ABF-8285-A2BA-519488F430A7}"/>
          </ac:spMkLst>
        </pc:spChg>
        <pc:spChg chg="mod">
          <ac:chgData name="Richard, Dr Morgiane C" userId="b7f0f3e8-bbd7-4b72-817a-fcc3bbc6a5fd" providerId="ADAL" clId="{F204D117-7105-492C-9EE0-9B3543D1DBE6}" dt="2026-08-26T15:24:26.206" v="1437" actId="20577"/>
          <ac:spMkLst>
            <pc:docMk/>
            <pc:sldMk cId="1094456214" sldId="274"/>
            <ac:spMk id="3" creationId="{A57996EC-AACF-543F-1539-31B09EB6E0CD}"/>
          </ac:spMkLst>
        </pc:spChg>
        <pc:picChg chg="mod">
          <ac:chgData name="Richard, Dr Morgiane C" userId="b7f0f3e8-bbd7-4b72-817a-fcc3bbc6a5fd" providerId="ADAL" clId="{F204D117-7105-492C-9EE0-9B3543D1DBE6}" dt="2026-08-26T15:25:51.685" v="1449" actId="1035"/>
          <ac:picMkLst>
            <pc:docMk/>
            <pc:sldMk cId="1094456214" sldId="274"/>
            <ac:picMk id="5" creationId="{37230437-55A4-5557-FAC1-3FAB921CA6A7}"/>
          </ac:picMkLst>
        </pc:picChg>
      </pc:sldChg>
      <pc:sldChg chg="del">
        <pc:chgData name="Richard, Dr Morgiane C" userId="b7f0f3e8-bbd7-4b72-817a-fcc3bbc6a5fd" providerId="ADAL" clId="{F204D117-7105-492C-9EE0-9B3543D1DBE6}" dt="2026-08-26T15:00:34.474" v="14" actId="47"/>
        <pc:sldMkLst>
          <pc:docMk/>
          <pc:sldMk cId="3913844370" sldId="275"/>
        </pc:sldMkLst>
      </pc:sldChg>
      <pc:sldChg chg="addSp delSp modSp mod modClrScheme chgLayout">
        <pc:chgData name="Richard, Dr Morgiane C" userId="b7f0f3e8-bbd7-4b72-817a-fcc3bbc6a5fd" providerId="ADAL" clId="{F204D117-7105-492C-9EE0-9B3543D1DBE6}" dt="2026-08-26T15:01:05.557" v="40" actId="27636"/>
        <pc:sldMkLst>
          <pc:docMk/>
          <pc:sldMk cId="196292428" sldId="276"/>
        </pc:sldMkLst>
        <pc:spChg chg="mod ord">
          <ac:chgData name="Richard, Dr Morgiane C" userId="b7f0f3e8-bbd7-4b72-817a-fcc3bbc6a5fd" providerId="ADAL" clId="{F204D117-7105-492C-9EE0-9B3543D1DBE6}" dt="2026-08-26T15:01:05.557" v="40" actId="27636"/>
          <ac:spMkLst>
            <pc:docMk/>
            <pc:sldMk cId="196292428" sldId="276"/>
            <ac:spMk id="2" creationId="{583B6C90-80CB-2FAB-7D5D-0AF794108E49}"/>
          </ac:spMkLst>
        </pc:spChg>
        <pc:spChg chg="del">
          <ac:chgData name="Richard, Dr Morgiane C" userId="b7f0f3e8-bbd7-4b72-817a-fcc3bbc6a5fd" providerId="ADAL" clId="{F204D117-7105-492C-9EE0-9B3543D1DBE6}" dt="2026-08-26T15:00:48.334" v="16" actId="478"/>
          <ac:spMkLst>
            <pc:docMk/>
            <pc:sldMk cId="196292428" sldId="276"/>
            <ac:spMk id="3" creationId="{A0C323DD-BAD6-3DA2-2C69-15AFCD95C32B}"/>
          </ac:spMkLst>
        </pc:spChg>
        <pc:spChg chg="del">
          <ac:chgData name="Richard, Dr Morgiane C" userId="b7f0f3e8-bbd7-4b72-817a-fcc3bbc6a5fd" providerId="ADAL" clId="{F204D117-7105-492C-9EE0-9B3543D1DBE6}" dt="2026-08-26T15:00:51.756" v="18" actId="478"/>
          <ac:spMkLst>
            <pc:docMk/>
            <pc:sldMk cId="196292428" sldId="276"/>
            <ac:spMk id="4" creationId="{3675EAA6-73FA-A640-691C-44E89FF20345}"/>
          </ac:spMkLst>
        </pc:spChg>
        <pc:spChg chg="add del mod">
          <ac:chgData name="Richard, Dr Morgiane C" userId="b7f0f3e8-bbd7-4b72-817a-fcc3bbc6a5fd" providerId="ADAL" clId="{F204D117-7105-492C-9EE0-9B3543D1DBE6}" dt="2026-08-26T15:00:50.434" v="17" actId="478"/>
          <ac:spMkLst>
            <pc:docMk/>
            <pc:sldMk cId="196292428" sldId="276"/>
            <ac:spMk id="6" creationId="{33C8564B-2F87-BF2B-C45C-37FF4F7CF43F}"/>
          </ac:spMkLst>
        </pc:spChg>
      </pc:sldChg>
      <pc:sldChg chg="modSp new mod">
        <pc:chgData name="Richard, Dr Morgiane C" userId="b7f0f3e8-bbd7-4b72-817a-fcc3bbc6a5fd" providerId="ADAL" clId="{F204D117-7105-492C-9EE0-9B3543D1DBE6}" dt="2026-08-26T15:26:20.867" v="1450" actId="1076"/>
        <pc:sldMkLst>
          <pc:docMk/>
          <pc:sldMk cId="1115840555" sldId="277"/>
        </pc:sldMkLst>
        <pc:spChg chg="mod">
          <ac:chgData name="Richard, Dr Morgiane C" userId="b7f0f3e8-bbd7-4b72-817a-fcc3bbc6a5fd" providerId="ADAL" clId="{F204D117-7105-492C-9EE0-9B3543D1DBE6}" dt="2026-08-26T15:26:20.867" v="1450" actId="1076"/>
          <ac:spMkLst>
            <pc:docMk/>
            <pc:sldMk cId="1115840555" sldId="277"/>
            <ac:spMk id="2" creationId="{60ED6AAC-BE5D-03E8-03BF-86B41D90E80A}"/>
          </ac:spMkLst>
        </pc:spChg>
        <pc:spChg chg="mod">
          <ac:chgData name="Richard, Dr Morgiane C" userId="b7f0f3e8-bbd7-4b72-817a-fcc3bbc6a5fd" providerId="ADAL" clId="{F204D117-7105-492C-9EE0-9B3543D1DBE6}" dt="2026-08-26T15:10:17.387" v="597" actId="20577"/>
          <ac:spMkLst>
            <pc:docMk/>
            <pc:sldMk cId="1115840555" sldId="277"/>
            <ac:spMk id="3" creationId="{7A02D879-8FE7-AE41-11F3-3B1040E25CFA}"/>
          </ac:spMkLst>
        </pc:spChg>
      </pc:sldChg>
      <pc:sldChg chg="del">
        <pc:chgData name="Richard, Dr Morgiane C" userId="b7f0f3e8-bbd7-4b72-817a-fcc3bbc6a5fd" providerId="ADAL" clId="{F204D117-7105-492C-9EE0-9B3543D1DBE6}" dt="2026-08-26T15:00:17.808" v="1" actId="47"/>
        <pc:sldMkLst>
          <pc:docMk/>
          <pc:sldMk cId="2394762118" sldId="277"/>
        </pc:sldMkLst>
      </pc:sldChg>
      <pc:sldChg chg="del">
        <pc:chgData name="Richard, Dr Morgiane C" userId="b7f0f3e8-bbd7-4b72-817a-fcc3bbc6a5fd" providerId="ADAL" clId="{F204D117-7105-492C-9EE0-9B3543D1DBE6}" dt="2026-08-26T15:00:19.424" v="3" actId="47"/>
        <pc:sldMkLst>
          <pc:docMk/>
          <pc:sldMk cId="688587184" sldId="278"/>
        </pc:sldMkLst>
      </pc:sldChg>
      <pc:sldChg chg="del">
        <pc:chgData name="Richard, Dr Morgiane C" userId="b7f0f3e8-bbd7-4b72-817a-fcc3bbc6a5fd" providerId="ADAL" clId="{F204D117-7105-492C-9EE0-9B3543D1DBE6}" dt="2026-08-26T15:00:28.940" v="12" actId="47"/>
        <pc:sldMkLst>
          <pc:docMk/>
          <pc:sldMk cId="887532020" sldId="279"/>
        </pc:sldMkLst>
      </pc:sldChg>
      <pc:sldChg chg="del">
        <pc:chgData name="Richard, Dr Morgiane C" userId="b7f0f3e8-bbd7-4b72-817a-fcc3bbc6a5fd" providerId="ADAL" clId="{F204D117-7105-492C-9EE0-9B3543D1DBE6}" dt="2026-08-26T15:00:29.972" v="13" actId="47"/>
        <pc:sldMkLst>
          <pc:docMk/>
          <pc:sldMk cId="2488862555" sldId="280"/>
        </pc:sldMkLst>
      </pc:sldChg>
      <pc:sldChg chg="del">
        <pc:chgData name="Richard, Dr Morgiane C" userId="b7f0f3e8-bbd7-4b72-817a-fcc3bbc6a5fd" providerId="ADAL" clId="{F204D117-7105-492C-9EE0-9B3543D1DBE6}" dt="2026-08-26T15:00:35.651" v="15" actId="47"/>
        <pc:sldMkLst>
          <pc:docMk/>
          <pc:sldMk cId="356597272" sldId="281"/>
        </pc:sldMkLst>
      </pc:sldChg>
      <pc:sldChg chg="del">
        <pc:chgData name="Richard, Dr Morgiane C" userId="b7f0f3e8-bbd7-4b72-817a-fcc3bbc6a5fd" providerId="ADAL" clId="{F204D117-7105-492C-9EE0-9B3543D1DBE6}" dt="2026-08-26T15:00:24.139" v="8" actId="47"/>
        <pc:sldMkLst>
          <pc:docMk/>
          <pc:sldMk cId="3050532049" sldId="282"/>
        </pc:sldMkLst>
      </pc:sldChg>
      <pc:sldChg chg="del">
        <pc:chgData name="Richard, Dr Morgiane C" userId="b7f0f3e8-bbd7-4b72-817a-fcc3bbc6a5fd" providerId="ADAL" clId="{F204D117-7105-492C-9EE0-9B3543D1DBE6}" dt="2026-08-26T15:00:23.094" v="7" actId="47"/>
        <pc:sldMkLst>
          <pc:docMk/>
          <pc:sldMk cId="4073742759" sldId="283"/>
        </pc:sldMkLst>
      </pc:sldChg>
      <pc:sldChg chg="add">
        <pc:chgData name="Richard, Dr Morgiane C" userId="b7f0f3e8-bbd7-4b72-817a-fcc3bbc6a5fd" providerId="ADAL" clId="{F204D117-7105-492C-9EE0-9B3543D1DBE6}" dt="2026-08-26T15:25:43.889" v="1438"/>
        <pc:sldMkLst>
          <pc:docMk/>
          <pc:sldMk cId="3600167598" sldId="284"/>
        </pc:sldMkLst>
      </pc:sldChg>
    </pc:docChg>
  </pc:docChgLst>
  <pc:docChgLst>
    <pc:chgData name="Forero, Laura" userId="S::s02lf1@abdn.ac.uk::66ab10cb-7896-4de6-8cbc-48fdb4995c66" providerId="AD" clId="Web-{D1477B69-BE3A-CAB0-30A0-0915304704CC}"/>
    <pc:docChg chg="modSld">
      <pc:chgData name="Forero, Laura" userId="S::s02lf1@abdn.ac.uk::66ab10cb-7896-4de6-8cbc-48fdb4995c66" providerId="AD" clId="Web-{D1477B69-BE3A-CAB0-30A0-0915304704CC}" dt="2026-08-27T10:46:09.997" v="8" actId="20577"/>
      <pc:docMkLst>
        <pc:docMk/>
      </pc:docMkLst>
      <pc:sldChg chg="modSp">
        <pc:chgData name="Forero, Laura" userId="S::s02lf1@abdn.ac.uk::66ab10cb-7896-4de6-8cbc-48fdb4995c66" providerId="AD" clId="Web-{D1477B69-BE3A-CAB0-30A0-0915304704CC}" dt="2026-08-27T10:44:14.541" v="6" actId="1076"/>
        <pc:sldMkLst>
          <pc:docMk/>
          <pc:sldMk cId="3169923547" sldId="273"/>
        </pc:sldMkLst>
        <pc:spChg chg="mod">
          <ac:chgData name="Forero, Laura" userId="S::s02lf1@abdn.ac.uk::66ab10cb-7896-4de6-8cbc-48fdb4995c66" providerId="AD" clId="Web-{D1477B69-BE3A-CAB0-30A0-0915304704CC}" dt="2026-08-27T10:43:40.180" v="0" actId="14100"/>
          <ac:spMkLst>
            <pc:docMk/>
            <pc:sldMk cId="3169923547" sldId="273"/>
            <ac:spMk id="5" creationId="{3760F13E-2BCB-7CD6-BF9F-1C25E1D6EB01}"/>
          </ac:spMkLst>
        </pc:spChg>
        <pc:picChg chg="mod">
          <ac:chgData name="Forero, Laura" userId="S::s02lf1@abdn.ac.uk::66ab10cb-7896-4de6-8cbc-48fdb4995c66" providerId="AD" clId="Web-{D1477B69-BE3A-CAB0-30A0-0915304704CC}" dt="2026-08-27T10:44:14.541" v="5" actId="1076"/>
          <ac:picMkLst>
            <pc:docMk/>
            <pc:sldMk cId="3169923547" sldId="273"/>
            <ac:picMk id="7" creationId="{B7E0FB09-82FE-BB79-63FE-D412FDA93933}"/>
          </ac:picMkLst>
        </pc:picChg>
        <pc:picChg chg="mod">
          <ac:chgData name="Forero, Laura" userId="S::s02lf1@abdn.ac.uk::66ab10cb-7896-4de6-8cbc-48fdb4995c66" providerId="AD" clId="Web-{D1477B69-BE3A-CAB0-30A0-0915304704CC}" dt="2026-08-27T10:44:14.541" v="6" actId="1076"/>
          <ac:picMkLst>
            <pc:docMk/>
            <pc:sldMk cId="3169923547" sldId="273"/>
            <ac:picMk id="8" creationId="{956BCD8E-FDFB-9905-B671-1DC6465FAB98}"/>
          </ac:picMkLst>
        </pc:picChg>
      </pc:sldChg>
      <pc:sldChg chg="modSp">
        <pc:chgData name="Forero, Laura" userId="S::s02lf1@abdn.ac.uk::66ab10cb-7896-4de6-8cbc-48fdb4995c66" providerId="AD" clId="Web-{D1477B69-BE3A-CAB0-30A0-0915304704CC}" dt="2026-08-27T10:46:09.997" v="8" actId="20577"/>
        <pc:sldMkLst>
          <pc:docMk/>
          <pc:sldMk cId="3600167598" sldId="284"/>
        </pc:sldMkLst>
        <pc:spChg chg="mod">
          <ac:chgData name="Forero, Laura" userId="S::s02lf1@abdn.ac.uk::66ab10cb-7896-4de6-8cbc-48fdb4995c66" providerId="AD" clId="Web-{D1477B69-BE3A-CAB0-30A0-0915304704CC}" dt="2026-08-27T10:46:09.997" v="8" actId="20577"/>
          <ac:spMkLst>
            <pc:docMk/>
            <pc:sldMk cId="3600167598" sldId="284"/>
            <ac:spMk id="3" creationId="{602B4C11-A60B-AA00-3A55-7D5B3CEBC319}"/>
          </ac:spMkLst>
        </pc:spChg>
      </pc:sldChg>
    </pc:docChg>
  </pc:docChgLst>
  <pc:docChgLst>
    <pc:chgData name="Koukkari, Maija" userId="S::s04mk8@abdn.ac.uk::0df9a458-c841-4820-889a-841847010dcc" providerId="AD" clId="Web-{00000000-0000-0000-0000-000000000000}"/>
    <pc:docChg chg="modSld">
      <pc:chgData name="Koukkari, Maija" userId="S::s04mk8@abdn.ac.uk::0df9a458-c841-4820-889a-841847010dcc" providerId="AD" clId="Web-{00000000-0000-0000-0000-000000000000}" dt="2026-08-27T10:08:20.840" v="1"/>
      <pc:docMkLst>
        <pc:docMk/>
      </pc:docMkLst>
      <pc:sldChg chg="modSp">
        <pc:chgData name="Koukkari, Maija" userId="S::s04mk8@abdn.ac.uk::0df9a458-c841-4820-889a-841847010dcc" providerId="AD" clId="Web-{00000000-0000-0000-0000-000000000000}" dt="2026-08-27T10:06:38.446" v="0" actId="14100"/>
        <pc:sldMkLst>
          <pc:docMk/>
          <pc:sldMk cId="3169923547" sldId="273"/>
        </pc:sldMkLst>
        <pc:picChg chg="mod">
          <ac:chgData name="Koukkari, Maija" userId="S::s04mk8@abdn.ac.uk::0df9a458-c841-4820-889a-841847010dcc" providerId="AD" clId="Web-{00000000-0000-0000-0000-000000000000}" dt="2026-08-27T10:06:38.446" v="0" actId="14100"/>
          <ac:picMkLst>
            <pc:docMk/>
            <pc:sldMk cId="3169923547" sldId="273"/>
            <ac:picMk id="7" creationId="{B7E0FB09-82FE-BB79-63FE-D412FDA93933}"/>
          </ac:picMkLst>
        </pc:picChg>
      </pc:sldChg>
      <pc:sldChg chg="modSp">
        <pc:chgData name="Koukkari, Maija" userId="S::s04mk8@abdn.ac.uk::0df9a458-c841-4820-889a-841847010dcc" providerId="AD" clId="Web-{00000000-0000-0000-0000-000000000000}" dt="2026-08-27T10:08:20.840" v="1"/>
        <pc:sldMkLst>
          <pc:docMk/>
          <pc:sldMk cId="1094456214" sldId="274"/>
        </pc:sldMkLst>
        <pc:picChg chg="mod">
          <ac:chgData name="Koukkari, Maija" userId="S::s04mk8@abdn.ac.uk::0df9a458-c841-4820-889a-841847010dcc" providerId="AD" clId="Web-{00000000-0000-0000-0000-000000000000}" dt="2026-08-27T10:08:20.840" v="1"/>
          <ac:picMkLst>
            <pc:docMk/>
            <pc:sldMk cId="1094456214" sldId="274"/>
            <ac:picMk id="5" creationId="{37230437-55A4-5557-FAC1-3FAB921CA6A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78BF24-5BA6-B7D1-26C9-7D87329896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4" name="Footer Placeholder 3">
            <a:extLst>
              <a:ext uri="{FF2B5EF4-FFF2-40B4-BE49-F238E27FC236}">
                <a16:creationId xmlns:a16="http://schemas.microsoft.com/office/drawing/2014/main" id="{C6C5A70A-0C88-0F8C-1D6E-19AFAB4AA16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2B773A4-F3EE-F7FC-62EF-50C6233AB7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F6B2B61-BD12-4A34-B14A-55D3490FD312}" type="slidenum">
              <a:rPr lang="en-GB" smtClean="0"/>
              <a:t>‹#›</a:t>
            </a:fld>
            <a:endParaRPr lang="en-GB"/>
          </a:p>
        </p:txBody>
      </p:sp>
    </p:spTree>
    <p:extLst>
      <p:ext uri="{BB962C8B-B14F-4D97-AF65-F5344CB8AC3E}">
        <p14:creationId xmlns:p14="http://schemas.microsoft.com/office/powerpoint/2010/main" val="2122604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GB" dirty="0"/>
          </a:p>
        </p:txBody>
      </p:sp>
    </p:spTree>
    <p:extLst>
      <p:ext uri="{BB962C8B-B14F-4D97-AF65-F5344CB8AC3E}">
        <p14:creationId xmlns:p14="http://schemas.microsoft.com/office/powerpoint/2010/main" val="1778059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674600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9226513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0.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2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A81423-59AF-2674-C41D-3F51C1DC5CB4}"/>
              </a:ext>
            </a:extLst>
          </p:cNvPr>
          <p:cNvSpPr>
            <a:spLocks noGrp="1"/>
          </p:cNvSpPr>
          <p:nvPr>
            <p:ph type="title"/>
          </p:nvPr>
        </p:nvSpPr>
        <p:spPr>
          <a:xfrm>
            <a:off x="259200" y="1389600"/>
            <a:ext cx="4791600" cy="1324800"/>
          </a:xfrm>
          <a:prstGeom prst="rect">
            <a:avLst/>
          </a:prstGeom>
        </p:spPr>
        <p:txBody>
          <a:bodyPr/>
          <a:lstStyle>
            <a:lvl1pPr>
              <a:lnSpc>
                <a:spcPts val="5100"/>
              </a:lnSpc>
              <a:defRPr sz="5000" b="1">
                <a:solidFill>
                  <a:schemeClr val="bg1"/>
                </a:solidFill>
              </a:defRPr>
            </a:lvl1pPr>
          </a:lstStyle>
          <a:p>
            <a:pPr>
              <a:lnSpc>
                <a:spcPts val="5100"/>
              </a:lnSpc>
            </a:pPr>
            <a:r>
              <a:rPr lang="en-US" sz="5000" b="1">
                <a:solidFill>
                  <a:schemeClr val="bg1"/>
                </a:solidFill>
              </a:rPr>
              <a:t>Click to edit Master title style</a:t>
            </a:r>
          </a:p>
        </p:txBody>
      </p:sp>
      <p:pic>
        <p:nvPicPr>
          <p:cNvPr id="5" name="Picture 4" descr="Aurora borealis">
            <a:extLst>
              <a:ext uri="{FF2B5EF4-FFF2-40B4-BE49-F238E27FC236}">
                <a16:creationId xmlns:a16="http://schemas.microsoft.com/office/drawing/2014/main" id="{D8998E38-7B7F-0C9A-943A-08547EF312E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267201" y="565830"/>
            <a:ext cx="4328748" cy="4027941"/>
          </a:xfrm>
          <a:prstGeom prst="rect">
            <a:avLst/>
          </a:prstGeom>
        </p:spPr>
      </p:pic>
      <p:pic>
        <p:nvPicPr>
          <p:cNvPr id="2" name="Picture 1">
            <a:extLst>
              <a:ext uri="{FF2B5EF4-FFF2-40B4-BE49-F238E27FC236}">
                <a16:creationId xmlns:a16="http://schemas.microsoft.com/office/drawing/2014/main" id="{22BCCC13-4C68-6286-F64C-F4D4357D5E7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36115" y="566662"/>
            <a:ext cx="3731075" cy="1700931"/>
          </a:xfrm>
          <a:prstGeom prst="rect">
            <a:avLst/>
          </a:prstGeom>
        </p:spPr>
      </p:pic>
      <p:pic>
        <p:nvPicPr>
          <p:cNvPr id="3" name="Picture 2">
            <a:extLst>
              <a:ext uri="{FF2B5EF4-FFF2-40B4-BE49-F238E27FC236}">
                <a16:creationId xmlns:a16="http://schemas.microsoft.com/office/drawing/2014/main" id="{B66FC2EE-D53C-5439-FD07-9FDDDC09FB61}"/>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6389898" y="565341"/>
            <a:ext cx="2206943" cy="1286367"/>
          </a:xfrm>
          <a:prstGeom prst="rect">
            <a:avLst/>
          </a:prstGeom>
        </p:spPr>
      </p:pic>
      <p:pic>
        <p:nvPicPr>
          <p:cNvPr id="4" name="Picture 3">
            <a:extLst>
              <a:ext uri="{FF2B5EF4-FFF2-40B4-BE49-F238E27FC236}">
                <a16:creationId xmlns:a16="http://schemas.microsoft.com/office/drawing/2014/main" id="{35AAACDE-B985-A500-ACB0-16600B9CC326}"/>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a:xfrm>
            <a:off x="3652557" y="3148164"/>
            <a:ext cx="2737341" cy="1444877"/>
          </a:xfrm>
          <a:prstGeom prst="rect">
            <a:avLst/>
          </a:prstGeom>
        </p:spPr>
      </p:pic>
      <p:pic>
        <p:nvPicPr>
          <p:cNvPr id="8" name="Logo" descr="University of Aberdeen Logo">
            <a:extLst>
              <a:ext uri="{FF2B5EF4-FFF2-40B4-BE49-F238E27FC236}">
                <a16:creationId xmlns:a16="http://schemas.microsoft.com/office/drawing/2014/main" id="{3F8FD775-1144-CC55-9A99-E37EA2E49C55}"/>
              </a:ext>
            </a:extLst>
          </p:cNvPr>
          <p:cNvPicPr>
            <a:picLocks noChangeAspect="1"/>
          </p:cNvPicPr>
          <p:nvPr userDrawn="1"/>
        </p:nvPicPr>
        <p:blipFill>
          <a:blip r:embed="rId6"/>
          <a:stretch>
            <a:fillRect/>
          </a:stretch>
        </p:blipFill>
        <p:spPr bwMode="black">
          <a:xfrm>
            <a:off x="327214" y="2961389"/>
            <a:ext cx="1440000" cy="395077"/>
          </a:xfrm>
          <a:prstGeom prst="rect">
            <a:avLst/>
          </a:prstGeom>
        </p:spPr>
      </p:pic>
    </p:spTree>
    <p:extLst>
      <p:ext uri="{BB962C8B-B14F-4D97-AF65-F5344CB8AC3E}">
        <p14:creationId xmlns:p14="http://schemas.microsoft.com/office/powerpoint/2010/main" val="959241744"/>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1B14EB-7D34-8496-1EAA-B01596880227}"/>
              </a:ext>
            </a:extLst>
          </p:cNvPr>
          <p:cNvSpPr>
            <a:spLocks noGrp="1"/>
          </p:cNvSpPr>
          <p:nvPr>
            <p:ph type="title"/>
          </p:nvPr>
        </p:nvSpPr>
        <p:spPr>
          <a:xfrm>
            <a:off x="601199" y="1990801"/>
            <a:ext cx="7914151" cy="580950"/>
          </a:xfrm>
          <a:prstGeom prst="rect">
            <a:avLst/>
          </a:prstGeom>
        </p:spPr>
        <p:txBody>
          <a:bodyPr/>
          <a:lstStyle>
            <a:lvl1pPr>
              <a:defRPr sz="2800" b="1">
                <a:solidFill>
                  <a:schemeClr val="bg1"/>
                </a:solidFill>
              </a:defRPr>
            </a:lvl1pPr>
          </a:lstStyle>
          <a:p>
            <a:r>
              <a:rPr lang="en-US"/>
              <a:t>Click to edit Master title style</a:t>
            </a:r>
            <a:endParaRPr lang="en-GB"/>
          </a:p>
        </p:txBody>
      </p:sp>
      <p:sp>
        <p:nvSpPr>
          <p:cNvPr id="5" name="Text Placeholder 4">
            <a:extLst>
              <a:ext uri="{FF2B5EF4-FFF2-40B4-BE49-F238E27FC236}">
                <a16:creationId xmlns:a16="http://schemas.microsoft.com/office/drawing/2014/main" id="{12BF1188-2F61-4858-3CD4-1D19B1E9C812}"/>
              </a:ext>
            </a:extLst>
          </p:cNvPr>
          <p:cNvSpPr>
            <a:spLocks noGrp="1"/>
          </p:cNvSpPr>
          <p:nvPr>
            <p:ph type="body" sz="quarter" idx="10"/>
          </p:nvPr>
        </p:nvSpPr>
        <p:spPr>
          <a:xfrm>
            <a:off x="601662" y="2587625"/>
            <a:ext cx="7914151" cy="581025"/>
          </a:xfrm>
          <a:prstGeom prst="rect">
            <a:avLst/>
          </a:prstGeom>
        </p:spPr>
        <p:txBody>
          <a:bodyPr/>
          <a:lstStyle>
            <a:lvl1pPr marL="0" indent="0">
              <a:buNone/>
              <a:defRPr sz="1800">
                <a:solidFill>
                  <a:schemeClr val="bg1"/>
                </a:solidFill>
              </a:defRPr>
            </a:lvl1pPr>
          </a:lstStyle>
          <a:p>
            <a:pPr lvl="0"/>
            <a:r>
              <a:rPr lang="en-US"/>
              <a:t>Click to edit Master text styles</a:t>
            </a:r>
          </a:p>
        </p:txBody>
      </p:sp>
      <p:pic>
        <p:nvPicPr>
          <p:cNvPr id="7" name="Logo" descr="University of Aberdeen Logo">
            <a:extLst>
              <a:ext uri="{FF2B5EF4-FFF2-40B4-BE49-F238E27FC236}">
                <a16:creationId xmlns:a16="http://schemas.microsoft.com/office/drawing/2014/main" id="{3B9750A3-7868-B903-3FEE-B1A3DD136049}"/>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608566229"/>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rgbClr val="14273D"/>
        </a:solidFill>
        <a:effectLst/>
      </p:bgPr>
    </p:bg>
    <p:spTree>
      <p:nvGrpSpPr>
        <p:cNvPr id="1" name=""/>
        <p:cNvGrpSpPr/>
        <p:nvPr/>
      </p:nvGrpSpPr>
      <p:grpSpPr>
        <a:xfrm>
          <a:off x="0" y="0"/>
          <a:ext cx="0" cy="0"/>
          <a:chOff x="0" y="0"/>
          <a:chExt cx="0" cy="0"/>
        </a:xfrm>
      </p:grpSpPr>
      <p:pic>
        <p:nvPicPr>
          <p:cNvPr id="46" name="Picture 45" descr="Aurora borealis">
            <a:extLst>
              <a:ext uri="{FF2B5EF4-FFF2-40B4-BE49-F238E27FC236}">
                <a16:creationId xmlns:a16="http://schemas.microsoft.com/office/drawing/2014/main" id="{0593E3A0-8B56-75EA-0977-489E6C6493E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53531" y="551536"/>
            <a:ext cx="6041821" cy="4038704"/>
          </a:xfrm>
          <a:prstGeom prst="rect">
            <a:avLst/>
          </a:prstGeom>
        </p:spPr>
      </p:pic>
      <p:pic>
        <p:nvPicPr>
          <p:cNvPr id="2" name="Picture 1">
            <a:extLst>
              <a:ext uri="{FF2B5EF4-FFF2-40B4-BE49-F238E27FC236}">
                <a16:creationId xmlns:a16="http://schemas.microsoft.com/office/drawing/2014/main" id="{22E66E4E-0F64-548B-F015-948E9F483C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white">
          <a:xfrm>
            <a:off x="547040" y="2810811"/>
            <a:ext cx="4017612" cy="1780186"/>
          </a:xfrm>
          <a:prstGeom prst="rect">
            <a:avLst/>
          </a:prstGeom>
        </p:spPr>
      </p:pic>
      <p:pic>
        <p:nvPicPr>
          <p:cNvPr id="6" name="Picture 5">
            <a:extLst>
              <a:ext uri="{FF2B5EF4-FFF2-40B4-BE49-F238E27FC236}">
                <a16:creationId xmlns:a16="http://schemas.microsoft.com/office/drawing/2014/main" id="{8052FFD0-5FE7-B029-DEE6-3E43C5984BD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2584619" y="551870"/>
            <a:ext cx="6005080" cy="1707028"/>
          </a:xfrm>
          <a:prstGeom prst="rect">
            <a:avLst/>
          </a:prstGeom>
        </p:spPr>
      </p:pic>
      <p:sp>
        <p:nvSpPr>
          <p:cNvPr id="3" name="Title 2">
            <a:extLst>
              <a:ext uri="{FF2B5EF4-FFF2-40B4-BE49-F238E27FC236}">
                <a16:creationId xmlns:a16="http://schemas.microsoft.com/office/drawing/2014/main" id="{A4402366-0A88-26FA-724E-82A3823B31A0}"/>
              </a:ext>
            </a:extLst>
          </p:cNvPr>
          <p:cNvSpPr>
            <a:spLocks noGrp="1"/>
          </p:cNvSpPr>
          <p:nvPr>
            <p:ph type="title"/>
          </p:nvPr>
        </p:nvSpPr>
        <p:spPr>
          <a:xfrm>
            <a:off x="4064400" y="1386000"/>
            <a:ext cx="4791600" cy="2016000"/>
          </a:xfrm>
          <a:prstGeom prst="rect">
            <a:avLst/>
          </a:prstGeom>
        </p:spPr>
        <p:txBody>
          <a:bodyPr/>
          <a:lstStyle>
            <a:lvl1pPr algn="r">
              <a:lnSpc>
                <a:spcPts val="5000"/>
              </a:lnSpc>
              <a:defRPr sz="4800">
                <a:solidFill>
                  <a:schemeClr val="bg1"/>
                </a:solidFill>
              </a:defRPr>
            </a:lvl1pPr>
          </a:lstStyle>
          <a:p>
            <a:r>
              <a:rPr lang="en-US"/>
              <a:t>Click to edit Master title style</a:t>
            </a:r>
            <a:endParaRPr lang="en-GB"/>
          </a:p>
        </p:txBody>
      </p:sp>
      <p:pic>
        <p:nvPicPr>
          <p:cNvPr id="5" name="Logo" descr="University of Aberdeen Logo">
            <a:extLst>
              <a:ext uri="{FF2B5EF4-FFF2-40B4-BE49-F238E27FC236}">
                <a16:creationId xmlns:a16="http://schemas.microsoft.com/office/drawing/2014/main" id="{57E68C1D-C6A2-562D-36F3-D4358261D448}"/>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869802352"/>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6">
    <p:spTree>
      <p:nvGrpSpPr>
        <p:cNvPr id="1" name="Shape 117"/>
        <p:cNvGrpSpPr/>
        <p:nvPr/>
      </p:nvGrpSpPr>
      <p:grpSpPr>
        <a:xfrm>
          <a:off x="0" y="0"/>
          <a:ext cx="0" cy="0"/>
          <a:chOff x="0" y="0"/>
          <a:chExt cx="0" cy="0"/>
        </a:xfrm>
      </p:grpSpPr>
      <p:sp>
        <p:nvSpPr>
          <p:cNvPr id="4" name="Title 2">
            <a:extLst>
              <a:ext uri="{FF2B5EF4-FFF2-40B4-BE49-F238E27FC236}">
                <a16:creationId xmlns:a16="http://schemas.microsoft.com/office/drawing/2014/main" id="{BAD86FC1-A343-0345-EF49-28ACC3EF73AE}"/>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9" name="TextBox 8">
            <a:extLst>
              <a:ext uri="{FF2B5EF4-FFF2-40B4-BE49-F238E27FC236}">
                <a16:creationId xmlns:a16="http://schemas.microsoft.com/office/drawing/2014/main" id="{7118D4E3-F550-7DFA-7571-EABD5995A56A}"/>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a:solidFill>
                  <a:schemeClr val="bg1"/>
                </a:solidFill>
              </a:rPr>
              <a:t>ABERDEEN 2040</a:t>
            </a:r>
            <a:endParaRPr lang="en-US" sz="750">
              <a:solidFill>
                <a:schemeClr val="bg1"/>
              </a:solidFill>
            </a:endParaRPr>
          </a:p>
        </p:txBody>
      </p:sp>
      <p:sp>
        <p:nvSpPr>
          <p:cNvPr id="11" name="Content Placeholder 10">
            <a:extLst>
              <a:ext uri="{FF2B5EF4-FFF2-40B4-BE49-F238E27FC236}">
                <a16:creationId xmlns:a16="http://schemas.microsoft.com/office/drawing/2014/main" id="{C1AAC645-401E-7009-8C0D-23D7D79235DD}"/>
              </a:ext>
            </a:extLst>
          </p:cNvPr>
          <p:cNvSpPr>
            <a:spLocks noGrp="1"/>
          </p:cNvSpPr>
          <p:nvPr>
            <p:ph sz="quarter" idx="13"/>
          </p:nvPr>
        </p:nvSpPr>
        <p:spPr>
          <a:xfrm>
            <a:off x="266700" y="1836000"/>
            <a:ext cx="8459788" cy="2499463"/>
          </a:xfrm>
          <a:prstGeom prst="rect">
            <a:avLst/>
          </a:prstGeom>
        </p:spPr>
        <p:txBody>
          <a:bodyPr/>
          <a:lstStyle>
            <a:lvl1pPr marL="0" indent="0">
              <a:buFont typeface="Arial" panose="020B0604020202020204" pitchFamily="34" charset="0"/>
              <a:buNone/>
              <a:defRPr/>
            </a:lvl1pPr>
            <a:lvl2pPr marL="357188" indent="-177800">
              <a:buClr>
                <a:schemeClr val="bg1"/>
              </a:buClr>
              <a:buFont typeface="Arial" panose="020B0604020202020204" pitchFamily="34" charset="0"/>
              <a:buChar char="̶"/>
              <a:defRPr/>
            </a:lvl2pPr>
            <a:lvl3pPr marL="538163" indent="-180975">
              <a:buFont typeface="Wingdings" panose="05000000000000000000" pitchFamily="2" charset="2"/>
              <a:buChar char="§"/>
              <a:tabLst/>
              <a:defRPr/>
            </a:lvl3pPr>
            <a:lvl4pPr marL="717550" indent="-182563">
              <a:buClr>
                <a:schemeClr val="bg1"/>
              </a:buClr>
              <a:buFont typeface="Arial" panose="020B0604020202020204" pitchFamily="34" charset="0"/>
              <a:buChar char="•"/>
              <a:defRPr sz="1400"/>
            </a:lvl4pPr>
            <a:lvl5pPr marL="896938" indent="-174625">
              <a:buFont typeface="Arial" panose="020B0604020202020204" pitchFamily="34" charset="0"/>
              <a:buChar char="̵"/>
              <a:defRPr sz="1400"/>
            </a:lvl5pPr>
          </a:lstStyle>
          <a:p>
            <a:pPr lvl="0"/>
            <a:r>
              <a:rPr lang="en-US"/>
              <a:t>Click to edit Master text styles</a:t>
            </a:r>
          </a:p>
        </p:txBody>
      </p:sp>
      <p:pic>
        <p:nvPicPr>
          <p:cNvPr id="3" name="Logo">
            <a:extLst>
              <a:ext uri="{FF2B5EF4-FFF2-40B4-BE49-F238E27FC236}">
                <a16:creationId xmlns:a16="http://schemas.microsoft.com/office/drawing/2014/main" id="{780CDC9B-EB6D-C9B3-034D-208F141EB5D3}"/>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265543029"/>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1">
    <p:spTree>
      <p:nvGrpSpPr>
        <p:cNvPr id="1" name="Shape 117"/>
        <p:cNvGrpSpPr/>
        <p:nvPr/>
      </p:nvGrpSpPr>
      <p:grpSpPr>
        <a:xfrm>
          <a:off x="0" y="0"/>
          <a:ext cx="0" cy="0"/>
          <a:chOff x="0" y="0"/>
          <a:chExt cx="0" cy="0"/>
        </a:xfrm>
      </p:grpSpPr>
      <p:pic>
        <p:nvPicPr>
          <p:cNvPr id="6" name="Picture 5">
            <a:extLst>
              <a:ext uri="{FF2B5EF4-FFF2-40B4-BE49-F238E27FC236}">
                <a16:creationId xmlns:a16="http://schemas.microsoft.com/office/drawing/2014/main" id="{5E444CFB-1080-57CE-5FA1-6EEF2C5BBC5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7697" y="-801"/>
            <a:ext cx="3859102" cy="1707028"/>
          </a:xfrm>
          <a:prstGeom prst="rect">
            <a:avLst/>
          </a:prstGeom>
        </p:spPr>
      </p:pic>
      <p:sp>
        <p:nvSpPr>
          <p:cNvPr id="3" name="Title 2">
            <a:extLst>
              <a:ext uri="{FF2B5EF4-FFF2-40B4-BE49-F238E27FC236}">
                <a16:creationId xmlns:a16="http://schemas.microsoft.com/office/drawing/2014/main" id="{73E2E7D7-7731-E886-16C1-EDF529C97558}"/>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11" name="Content Placeholder 10">
            <a:extLst>
              <a:ext uri="{FF2B5EF4-FFF2-40B4-BE49-F238E27FC236}">
                <a16:creationId xmlns:a16="http://schemas.microsoft.com/office/drawing/2014/main" id="{D88E5133-98E3-CBF4-0882-907280A35EDE}"/>
              </a:ext>
            </a:extLst>
          </p:cNvPr>
          <p:cNvSpPr>
            <a:spLocks noGrp="1"/>
          </p:cNvSpPr>
          <p:nvPr>
            <p:ph sz="quarter" idx="14"/>
          </p:nvPr>
        </p:nvSpPr>
        <p:spPr>
          <a:xfrm>
            <a:off x="266700" y="1836738"/>
            <a:ext cx="8459788" cy="2498725"/>
          </a:xfrm>
          <a:prstGeom prst="rect">
            <a:avLst/>
          </a:prstGeom>
        </p:spPr>
        <p:txBody>
          <a:bodyPr/>
          <a:lstStyle>
            <a:lvl1pPr marL="0" indent="0">
              <a:buFont typeface="Arial" panose="020B0604020202020204" pitchFamily="34" charset="0"/>
              <a:buNone/>
              <a:defRPr/>
            </a:lvl1pPr>
            <a:lvl2pPr marL="358775" indent="-182563">
              <a:buClr>
                <a:schemeClr val="bg1"/>
              </a:buClr>
              <a:buFont typeface="Arial" panose="020B0604020202020204" pitchFamily="34" charset="0"/>
              <a:buChar char="̶"/>
              <a:defRPr/>
            </a:lvl2pPr>
            <a:lvl3pPr marL="541338" indent="-174625">
              <a:buFont typeface="Wingdings" panose="05000000000000000000" pitchFamily="2" charset="2"/>
              <a:buChar char="§"/>
              <a:defRPr sz="1400"/>
            </a:lvl3pPr>
            <a:lvl4pPr marL="715963" indent="-176213">
              <a:buClr>
                <a:schemeClr val="bg1"/>
              </a:buClr>
              <a:buFont typeface="Arial" panose="020B0604020202020204" pitchFamily="34" charset="0"/>
              <a:buChar char="•"/>
              <a:defRPr sz="1400"/>
            </a:lvl4pPr>
            <a:lvl5pPr marL="898525" indent="-174625">
              <a:buFont typeface="Arial" panose="020B0604020202020204" pitchFamily="34" charset="0"/>
              <a:buChar char="̵"/>
              <a:defRPr sz="1400"/>
            </a:lvl5pPr>
          </a:lstStyle>
          <a:p>
            <a:pPr lvl="0"/>
            <a:r>
              <a:rPr lang="en-US"/>
              <a:t>Click to edit Master text styles</a:t>
            </a:r>
          </a:p>
        </p:txBody>
      </p:sp>
      <p:pic>
        <p:nvPicPr>
          <p:cNvPr id="4" name="Logo">
            <a:extLst>
              <a:ext uri="{FF2B5EF4-FFF2-40B4-BE49-F238E27FC236}">
                <a16:creationId xmlns:a16="http://schemas.microsoft.com/office/drawing/2014/main" id="{99D3C246-56E9-FF4D-E6E9-E324FFBEE5D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04548169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old title, sub, text 1">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051971F-2BA7-CA3C-16A0-A86A8CE51439}"/>
              </a:ext>
            </a:extLst>
          </p:cNvPr>
          <p:cNvSpPr>
            <a:spLocks noGrp="1"/>
          </p:cNvSpPr>
          <p:nvPr>
            <p:ph type="title"/>
          </p:nvPr>
        </p:nvSpPr>
        <p:spPr>
          <a:xfrm>
            <a:off x="288000" y="1263600"/>
            <a:ext cx="3110400" cy="817200"/>
          </a:xfrm>
          <a:prstGeom prst="rect">
            <a:avLst/>
          </a:prstGeom>
        </p:spPr>
        <p:txBody>
          <a:bodyPr>
            <a:noAutofit/>
          </a:bodyPr>
          <a:lstStyle>
            <a:lvl1pPr>
              <a:defRPr sz="2400">
                <a:solidFill>
                  <a:srgbClr val="FBCB3B"/>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B3713DE3-3428-0646-43D0-8154932D7DF8}"/>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0" name="Content Placeholder 9">
            <a:extLst>
              <a:ext uri="{FF2B5EF4-FFF2-40B4-BE49-F238E27FC236}">
                <a16:creationId xmlns:a16="http://schemas.microsoft.com/office/drawing/2014/main" id="{8F9C37C9-EB7B-4D4C-3A41-0B2319160497}"/>
              </a:ext>
            </a:extLst>
          </p:cNvPr>
          <p:cNvSpPr>
            <a:spLocks noGrp="1"/>
          </p:cNvSpPr>
          <p:nvPr>
            <p:ph sz="quarter" idx="13"/>
          </p:nvPr>
        </p:nvSpPr>
        <p:spPr>
          <a:xfrm>
            <a:off x="3719513" y="1263600"/>
            <a:ext cx="4276725" cy="3435350"/>
          </a:xfrm>
        </p:spPr>
        <p:txBody>
          <a:bodyPr/>
          <a:lstStyle>
            <a:lvl1pPr marL="0" indent="0">
              <a:buClr>
                <a:schemeClr val="accent1"/>
              </a:buClr>
              <a:buFont typeface="Arial" panose="020B0604020202020204" pitchFamily="34" charset="0"/>
              <a:buNone/>
              <a:defRPr/>
            </a:lvl1pPr>
            <a:lvl2pPr marL="357188" indent="-177800">
              <a:buClr>
                <a:schemeClr val="accent1"/>
              </a:buClr>
              <a:buFont typeface="Arial" panose="020B0604020202020204" pitchFamily="34" charset="0"/>
              <a:buChar char="̶"/>
              <a:defRPr/>
            </a:lvl2pPr>
            <a:lvl3pPr marL="538163" indent="-180975">
              <a:buClr>
                <a:schemeClr val="accent1"/>
              </a:buClr>
              <a:buFont typeface="Wingdings" panose="05000000000000000000" pitchFamily="2" charset="2"/>
              <a:buChar char="§"/>
              <a:defRPr/>
            </a:lvl3pPr>
            <a:lvl4pPr marL="717550" indent="-179388">
              <a:buClr>
                <a:schemeClr val="accent1"/>
              </a:buClr>
              <a:buFont typeface="Arial" panose="020B0604020202020204" pitchFamily="34" charset="0"/>
              <a:buChar char="•"/>
              <a:defRPr/>
            </a:lvl4pPr>
            <a:lvl5pPr marL="896938" indent="-179388">
              <a:buClr>
                <a:schemeClr val="accent1"/>
              </a:buClr>
              <a:buFont typeface="Arial" panose="020B0604020202020204" pitchFamily="34" charset="0"/>
              <a:buChar char="̵"/>
              <a:defRPr/>
            </a:lvl5pPr>
          </a:lstStyle>
          <a:p>
            <a:pPr lvl="0"/>
            <a:r>
              <a:rPr lang="en-US"/>
              <a:t>Click to edit Master text styles</a:t>
            </a:r>
          </a:p>
        </p:txBody>
      </p:sp>
      <p:pic>
        <p:nvPicPr>
          <p:cNvPr id="3" name="Logo">
            <a:extLst>
              <a:ext uri="{FF2B5EF4-FFF2-40B4-BE49-F238E27FC236}">
                <a16:creationId xmlns:a16="http://schemas.microsoft.com/office/drawing/2014/main" id="{BFF98C5A-1734-213C-CE2B-C3B9465682A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532009774"/>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nk title, sub, text 2">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051971F-2BA7-CA3C-16A0-A86A8CE51439}"/>
              </a:ext>
            </a:extLst>
          </p:cNvPr>
          <p:cNvSpPr>
            <a:spLocks noGrp="1"/>
          </p:cNvSpPr>
          <p:nvPr>
            <p:ph type="title"/>
          </p:nvPr>
        </p:nvSpPr>
        <p:spPr>
          <a:xfrm>
            <a:off x="288000" y="1263600"/>
            <a:ext cx="3110400" cy="817200"/>
          </a:xfrm>
          <a:prstGeom prst="rect">
            <a:avLst/>
          </a:prstGeom>
        </p:spPr>
        <p:txBody>
          <a:bodyPr/>
          <a:lstStyle>
            <a:lvl1pPr>
              <a:defRPr lang="en-GB" sz="2400" b="0" i="0" u="none" strike="noStrike" cap="none" dirty="0">
                <a:solidFill>
                  <a:srgbClr val="F261B4"/>
                </a:solidFill>
                <a:latin typeface="Arial" panose="020B0604020202020204" pitchFamily="34" charset="0"/>
                <a:ea typeface="Navigo" panose="02070503070706040303" pitchFamily="18" charset="77"/>
                <a:cs typeface="Arial" panose="020B0604020202020204" pitchFamily="34" charset="0"/>
                <a:sym typeface="Montserrat"/>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B3713DE3-3428-0646-43D0-8154932D7DF8}"/>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68B1881E-1CD9-81E9-E8FA-7916DE9ECD8E}"/>
              </a:ext>
            </a:extLst>
          </p:cNvPr>
          <p:cNvSpPr>
            <a:spLocks noGrp="1"/>
          </p:cNvSpPr>
          <p:nvPr>
            <p:ph sz="quarter" idx="13"/>
          </p:nvPr>
        </p:nvSpPr>
        <p:spPr>
          <a:xfrm>
            <a:off x="3719513" y="1263650"/>
            <a:ext cx="4276725" cy="3435350"/>
          </a:xfrm>
        </p:spPr>
        <p:txBody>
          <a:bodyPr/>
          <a:lstStyle>
            <a:lvl1pPr marL="0" indent="0">
              <a:buClr>
                <a:schemeClr val="accent2"/>
              </a:buClr>
              <a:buFont typeface="Arial" panose="020B0604020202020204" pitchFamily="34" charset="0"/>
              <a:buNone/>
              <a:defRPr/>
            </a:lvl1pPr>
            <a:lvl2pPr marL="357188" indent="-177800">
              <a:buClr>
                <a:schemeClr val="accent2"/>
              </a:buClr>
              <a:defRPr/>
            </a:lvl2pPr>
            <a:lvl3pPr marL="538163" indent="-180975">
              <a:buClr>
                <a:schemeClr val="accent2"/>
              </a:buClr>
              <a:defRPr/>
            </a:lvl3pPr>
            <a:lvl4pPr marL="717550" indent="-182563">
              <a:buClr>
                <a:schemeClr val="accent2"/>
              </a:buClr>
              <a:defRPr/>
            </a:lvl4pPr>
            <a:lvl5pPr marL="896938" indent="-176213">
              <a:buClr>
                <a:schemeClr val="accent2"/>
              </a:buClr>
              <a:tabLst/>
              <a:defRPr/>
            </a:lvl5pPr>
            <a:lvl6pPr>
              <a:defRPr/>
            </a:lvl6pPr>
          </a:lstStyle>
          <a:p>
            <a:pPr lvl="0"/>
            <a:r>
              <a:rPr lang="en-US"/>
              <a:t>Click to edit Master text styles</a:t>
            </a:r>
          </a:p>
        </p:txBody>
      </p:sp>
      <p:pic>
        <p:nvPicPr>
          <p:cNvPr id="3" name="Logo">
            <a:extLst>
              <a:ext uri="{FF2B5EF4-FFF2-40B4-BE49-F238E27FC236}">
                <a16:creationId xmlns:a16="http://schemas.microsoft.com/office/drawing/2014/main" id="{E105CE6B-E97A-78A3-BBC0-DED377FF653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553846987"/>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int title, sub, text 3">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051971F-2BA7-CA3C-16A0-A86A8CE51439}"/>
              </a:ext>
            </a:extLst>
          </p:cNvPr>
          <p:cNvSpPr>
            <a:spLocks noGrp="1"/>
          </p:cNvSpPr>
          <p:nvPr>
            <p:ph type="title"/>
          </p:nvPr>
        </p:nvSpPr>
        <p:spPr>
          <a:xfrm>
            <a:off x="288000" y="1263600"/>
            <a:ext cx="3110400" cy="817200"/>
          </a:xfrm>
          <a:prstGeom prst="rect">
            <a:avLst/>
          </a:prstGeom>
        </p:spPr>
        <p:txBody>
          <a:bodyPr/>
          <a:lstStyle>
            <a:lvl1pPr>
              <a:defRPr lang="en-GB" sz="2400" b="0" i="0" u="none" strike="noStrike" cap="none" dirty="0">
                <a:solidFill>
                  <a:srgbClr val="75E0AA"/>
                </a:solidFill>
                <a:latin typeface="Arial" panose="020B0604020202020204" pitchFamily="34" charset="0"/>
                <a:ea typeface="Navigo" panose="02070503070706040303" pitchFamily="18" charset="77"/>
                <a:cs typeface="Arial" panose="020B0604020202020204" pitchFamily="34" charset="0"/>
                <a:sym typeface="Montserrat"/>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B3713DE3-3428-0646-43D0-8154932D7DF8}"/>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6E64ED18-BDB0-0366-1581-5BFF03EEB58C}"/>
              </a:ext>
            </a:extLst>
          </p:cNvPr>
          <p:cNvSpPr>
            <a:spLocks noGrp="1"/>
          </p:cNvSpPr>
          <p:nvPr>
            <p:ph sz="quarter" idx="13"/>
          </p:nvPr>
        </p:nvSpPr>
        <p:spPr>
          <a:xfrm>
            <a:off x="3719513" y="1263650"/>
            <a:ext cx="4276725" cy="3435350"/>
          </a:xfrm>
          <a:prstGeom prst="rect">
            <a:avLst/>
          </a:prstGeom>
        </p:spPr>
        <p:txBody>
          <a:bodyPr/>
          <a:lstStyle>
            <a:lvl1pPr marL="0" indent="0">
              <a:buClr>
                <a:schemeClr val="accent3"/>
              </a:buClr>
              <a:buFont typeface="Arial" panose="020B0604020202020204" pitchFamily="34" charset="0"/>
              <a:buNone/>
              <a:defRPr/>
            </a:lvl1pPr>
            <a:lvl2pPr marL="357188" indent="-182563">
              <a:buClr>
                <a:schemeClr val="accent3"/>
              </a:buClr>
              <a:defRPr/>
            </a:lvl2pPr>
            <a:lvl3pPr marL="538163" indent="-180975">
              <a:buClr>
                <a:schemeClr val="accent3"/>
              </a:buClr>
              <a:defRPr/>
            </a:lvl3pPr>
            <a:lvl4pPr marL="717550" indent="-182563">
              <a:buClr>
                <a:schemeClr val="accent3"/>
              </a:buClr>
              <a:buFont typeface="Arial" panose="020B0604020202020204" pitchFamily="34" charset="0"/>
              <a:buChar char="•"/>
              <a:defRPr/>
            </a:lvl4pPr>
            <a:lvl5pPr marL="896938" indent="-176213">
              <a:buClr>
                <a:schemeClr val="accent3"/>
              </a:buClr>
              <a:buFont typeface="Arial" panose="020B0604020202020204" pitchFamily="34" charset="0"/>
              <a:buChar char="̵"/>
              <a:defRPr/>
            </a:lvl5pPr>
          </a:lstStyle>
          <a:p>
            <a:pPr lvl="0"/>
            <a:r>
              <a:rPr lang="en-US"/>
              <a:t>Click to edit Master text styles</a:t>
            </a:r>
          </a:p>
        </p:txBody>
      </p:sp>
      <p:pic>
        <p:nvPicPr>
          <p:cNvPr id="3" name="Logo">
            <a:extLst>
              <a:ext uri="{FF2B5EF4-FFF2-40B4-BE49-F238E27FC236}">
                <a16:creationId xmlns:a16="http://schemas.microsoft.com/office/drawing/2014/main" id="{A8652298-1AF3-DB25-1733-23E67FCC5C5D}"/>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634634652"/>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range title, sub, text 4">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8051971F-2BA7-CA3C-16A0-A86A8CE51439}"/>
              </a:ext>
            </a:extLst>
          </p:cNvPr>
          <p:cNvSpPr>
            <a:spLocks noGrp="1"/>
          </p:cNvSpPr>
          <p:nvPr>
            <p:ph type="title"/>
          </p:nvPr>
        </p:nvSpPr>
        <p:spPr>
          <a:xfrm>
            <a:off x="288000" y="1263600"/>
            <a:ext cx="3110400" cy="817200"/>
          </a:xfrm>
          <a:prstGeom prst="rect">
            <a:avLst/>
          </a:prstGeom>
        </p:spPr>
        <p:txBody>
          <a:bodyPr/>
          <a:lstStyle>
            <a:lvl1pPr>
              <a:defRPr lang="en-GB" sz="2400" b="0" i="0" u="none" strike="noStrike" cap="none" dirty="0">
                <a:solidFill>
                  <a:srgbClr val="FF8048"/>
                </a:solidFill>
                <a:latin typeface="Arial" panose="020B0604020202020204" pitchFamily="34" charset="0"/>
                <a:ea typeface="Navigo" panose="02070503070706040303" pitchFamily="18" charset="77"/>
                <a:cs typeface="Arial" panose="020B0604020202020204" pitchFamily="34" charset="0"/>
                <a:sym typeface="Montserrat"/>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B3713DE3-3428-0646-43D0-8154932D7DF8}"/>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5" name="Content Placeholder 4">
            <a:extLst>
              <a:ext uri="{FF2B5EF4-FFF2-40B4-BE49-F238E27FC236}">
                <a16:creationId xmlns:a16="http://schemas.microsoft.com/office/drawing/2014/main" id="{ED47FD8F-E1C6-A81B-5455-444DF6D94176}"/>
              </a:ext>
            </a:extLst>
          </p:cNvPr>
          <p:cNvSpPr>
            <a:spLocks noGrp="1"/>
          </p:cNvSpPr>
          <p:nvPr>
            <p:ph sz="quarter" idx="13"/>
          </p:nvPr>
        </p:nvSpPr>
        <p:spPr>
          <a:xfrm>
            <a:off x="3719513" y="1263650"/>
            <a:ext cx="4276725" cy="3435350"/>
          </a:xfrm>
        </p:spPr>
        <p:txBody>
          <a:bodyPr/>
          <a:lstStyle>
            <a:lvl1pPr marL="0" indent="0">
              <a:buClr>
                <a:schemeClr val="accent4"/>
              </a:buClr>
              <a:buFont typeface="Arial" panose="020B0604020202020204" pitchFamily="34" charset="0"/>
              <a:buNone/>
              <a:defRPr/>
            </a:lvl1pPr>
            <a:lvl2pPr marL="357188" indent="-182563">
              <a:buClr>
                <a:schemeClr val="accent4"/>
              </a:buClr>
              <a:defRPr/>
            </a:lvl2pPr>
            <a:lvl3pPr marL="538163" indent="-174625">
              <a:buClr>
                <a:schemeClr val="accent4"/>
              </a:buClr>
              <a:defRPr/>
            </a:lvl3pPr>
            <a:lvl4pPr marL="717550" indent="-192088">
              <a:buClr>
                <a:schemeClr val="accent4"/>
              </a:buClr>
              <a:buFont typeface="Arial" panose="020B0604020202020204" pitchFamily="34" charset="0"/>
              <a:buChar char="•"/>
              <a:defRPr/>
            </a:lvl4pPr>
            <a:lvl5pPr marL="896938" indent="-176213">
              <a:buClr>
                <a:schemeClr val="accent4"/>
              </a:buClr>
              <a:buFont typeface="Arial" panose="020B0604020202020204" pitchFamily="34" charset="0"/>
              <a:buChar char="̵"/>
              <a:defRPr/>
            </a:lvl5pPr>
          </a:lstStyle>
          <a:p>
            <a:pPr lvl="0"/>
            <a:r>
              <a:rPr lang="en-US"/>
              <a:t>Click to edit Master text styles</a:t>
            </a:r>
          </a:p>
        </p:txBody>
      </p:sp>
      <p:pic>
        <p:nvPicPr>
          <p:cNvPr id="3" name="Logo">
            <a:extLst>
              <a:ext uri="{FF2B5EF4-FFF2-40B4-BE49-F238E27FC236}">
                <a16:creationId xmlns:a16="http://schemas.microsoft.com/office/drawing/2014/main" id="{C6C0C311-DAB9-0285-4446-A40DAF5A02E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460055105"/>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int on green, title, sub, text 5">
    <p:bg>
      <p:bgPr>
        <a:solidFill>
          <a:srgbClr val="0E434B"/>
        </a:solidFill>
        <a:effectLst/>
      </p:bgPr>
    </p:bg>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1447C827-78C2-899F-482F-9843FCB7955D}"/>
              </a:ext>
            </a:extLst>
          </p:cNvPr>
          <p:cNvSpPr>
            <a:spLocks noGrp="1"/>
          </p:cNvSpPr>
          <p:nvPr>
            <p:ph type="title"/>
          </p:nvPr>
        </p:nvSpPr>
        <p:spPr>
          <a:xfrm>
            <a:off x="288000" y="1263600"/>
            <a:ext cx="3110400" cy="817200"/>
          </a:xfrm>
          <a:prstGeom prst="rect">
            <a:avLst/>
          </a:prstGeom>
        </p:spPr>
        <p:txBody>
          <a:bodyPr>
            <a:noAutofit/>
          </a:bodyPr>
          <a:lstStyle>
            <a:lvl1pPr>
              <a:defRPr sz="2400">
                <a:solidFill>
                  <a:srgbClr val="75E0AA"/>
                </a:solidFill>
              </a:defRPr>
            </a:lvl1pPr>
          </a:lstStyle>
          <a:p>
            <a:r>
              <a:rPr lang="en-US"/>
              <a:t>Click to edit Master title style</a:t>
            </a:r>
            <a:endParaRPr lang="en-GB"/>
          </a:p>
        </p:txBody>
      </p:sp>
      <p:sp>
        <p:nvSpPr>
          <p:cNvPr id="18" name="Text Placeholder 8">
            <a:extLst>
              <a:ext uri="{FF2B5EF4-FFF2-40B4-BE49-F238E27FC236}">
                <a16:creationId xmlns:a16="http://schemas.microsoft.com/office/drawing/2014/main" id="{3E6456A6-F2E3-A7F0-6F11-499BE077885E}"/>
              </a:ext>
            </a:extLst>
          </p:cNvPr>
          <p:cNvSpPr>
            <a:spLocks noGrp="1"/>
          </p:cNvSpPr>
          <p:nvPr>
            <p:ph type="body" sz="quarter" idx="11"/>
          </p:nvPr>
        </p:nvSpPr>
        <p:spPr>
          <a:xfrm>
            <a:off x="287338" y="2176463"/>
            <a:ext cx="3108325" cy="1376362"/>
          </a:xfrm>
          <a:prstGeom prst="rect">
            <a:avLst/>
          </a:prstGeom>
        </p:spPr>
        <p:txBody>
          <a:bodyPr/>
          <a:lstStyle>
            <a:lvl1pPr marL="0" indent="0">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7" name="Content Placeholder 6">
            <a:extLst>
              <a:ext uri="{FF2B5EF4-FFF2-40B4-BE49-F238E27FC236}">
                <a16:creationId xmlns:a16="http://schemas.microsoft.com/office/drawing/2014/main" id="{0EE16FB1-A22D-1F18-CDDF-F3D88A3E8BA8}"/>
              </a:ext>
            </a:extLst>
          </p:cNvPr>
          <p:cNvSpPr>
            <a:spLocks noGrp="1"/>
          </p:cNvSpPr>
          <p:nvPr>
            <p:ph sz="quarter" idx="13"/>
          </p:nvPr>
        </p:nvSpPr>
        <p:spPr>
          <a:xfrm>
            <a:off x="3719513" y="1263650"/>
            <a:ext cx="4276725" cy="3435350"/>
          </a:xfrm>
        </p:spPr>
        <p:txBody>
          <a:bodyPr/>
          <a:lstStyle>
            <a:lvl1pPr marL="0" indent="0">
              <a:buClr>
                <a:schemeClr val="accent3"/>
              </a:buClr>
              <a:buFont typeface="Arial" panose="020B0604020202020204" pitchFamily="34" charset="0"/>
              <a:buNone/>
              <a:defRPr/>
            </a:lvl1pPr>
            <a:lvl2pPr marL="357188" indent="-182563">
              <a:buClr>
                <a:schemeClr val="accent3"/>
              </a:buClr>
              <a:defRPr/>
            </a:lvl2pPr>
            <a:lvl3pPr marL="538163" indent="-174625">
              <a:buClr>
                <a:schemeClr val="accent3"/>
              </a:buClr>
              <a:defRPr/>
            </a:lvl3pPr>
            <a:lvl4pPr marL="717550" indent="-182563">
              <a:buClr>
                <a:schemeClr val="accent3"/>
              </a:buClr>
              <a:buFont typeface="Arial" panose="020B0604020202020204" pitchFamily="34" charset="0"/>
              <a:buChar char="•"/>
              <a:defRPr/>
            </a:lvl4pPr>
            <a:lvl5pPr marL="896938" indent="-176213">
              <a:buClr>
                <a:schemeClr val="accent3"/>
              </a:buClr>
              <a:buFont typeface="Arial" panose="020B0604020202020204" pitchFamily="34" charset="0"/>
              <a:buChar char="̵"/>
              <a:defRPr/>
            </a:lvl5pPr>
          </a:lstStyle>
          <a:p>
            <a:pPr lvl="0"/>
            <a:r>
              <a:rPr lang="en-US"/>
              <a:t>Click to edit Master text styles</a:t>
            </a:r>
          </a:p>
        </p:txBody>
      </p:sp>
      <p:pic>
        <p:nvPicPr>
          <p:cNvPr id="5" name="Logo">
            <a:extLst>
              <a:ext uri="{FF2B5EF4-FFF2-40B4-BE49-F238E27FC236}">
                <a16:creationId xmlns:a16="http://schemas.microsoft.com/office/drawing/2014/main" id="{2EB6A19E-A28F-00E4-7C51-2170BBA9BF69}"/>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52080504"/>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ue on dark, title, sub, text">
    <p:bg>
      <p:bgPr>
        <a:solidFill>
          <a:srgbClr val="14273D"/>
        </a:solidFill>
        <a:effectLst/>
      </p:bgPr>
    </p:bg>
    <p:spTree>
      <p:nvGrpSpPr>
        <p:cNvPr id="1" name=""/>
        <p:cNvGrpSpPr/>
        <p:nvPr/>
      </p:nvGrpSpPr>
      <p:grpSpPr>
        <a:xfrm>
          <a:off x="0" y="0"/>
          <a:ext cx="0" cy="0"/>
          <a:chOff x="0" y="0"/>
          <a:chExt cx="0" cy="0"/>
        </a:xfrm>
      </p:grpSpPr>
      <p:sp>
        <p:nvSpPr>
          <p:cNvPr id="7" name="Title 13">
            <a:extLst>
              <a:ext uri="{FF2B5EF4-FFF2-40B4-BE49-F238E27FC236}">
                <a16:creationId xmlns:a16="http://schemas.microsoft.com/office/drawing/2014/main" id="{C7845207-2B78-60D5-BAFA-7B9DB6404AF8}"/>
              </a:ext>
            </a:extLst>
          </p:cNvPr>
          <p:cNvSpPr>
            <a:spLocks noGrp="1"/>
          </p:cNvSpPr>
          <p:nvPr>
            <p:ph type="title"/>
          </p:nvPr>
        </p:nvSpPr>
        <p:spPr>
          <a:xfrm>
            <a:off x="288000" y="1263600"/>
            <a:ext cx="3110400" cy="817200"/>
          </a:xfrm>
          <a:prstGeom prst="rect">
            <a:avLst/>
          </a:prstGeom>
        </p:spPr>
        <p:txBody>
          <a:bodyPr/>
          <a:lstStyle>
            <a:lvl1pPr>
              <a:lnSpc>
                <a:spcPct val="100000"/>
              </a:lnSpc>
              <a:defRPr lang="en-GB" sz="2400" b="0" i="0" u="none" strike="noStrike" cap="none" dirty="0">
                <a:solidFill>
                  <a:srgbClr val="00CCCF"/>
                </a:solidFill>
                <a:latin typeface="Arial" panose="020B0604020202020204" pitchFamily="34" charset="0"/>
                <a:ea typeface="Navigo" panose="02070503070706040303" pitchFamily="18" charset="77"/>
                <a:cs typeface="Arial" panose="020B0604020202020204" pitchFamily="34" charset="0"/>
                <a:sym typeface="Montserrat"/>
              </a:defRPr>
            </a:lvl1pPr>
          </a:lstStyle>
          <a:p>
            <a:r>
              <a:rPr lang="en-US"/>
              <a:t>Click to edit Master title style</a:t>
            </a:r>
            <a:endParaRPr lang="en-GB"/>
          </a:p>
        </p:txBody>
      </p:sp>
      <p:sp>
        <p:nvSpPr>
          <p:cNvPr id="6" name="Text Placeholder 8">
            <a:extLst>
              <a:ext uri="{FF2B5EF4-FFF2-40B4-BE49-F238E27FC236}">
                <a16:creationId xmlns:a16="http://schemas.microsoft.com/office/drawing/2014/main" id="{14487EA1-F103-7F47-C788-503F1C33C399}"/>
              </a:ext>
            </a:extLst>
          </p:cNvPr>
          <p:cNvSpPr>
            <a:spLocks noGrp="1"/>
          </p:cNvSpPr>
          <p:nvPr>
            <p:ph type="body" sz="quarter" idx="11"/>
          </p:nvPr>
        </p:nvSpPr>
        <p:spPr>
          <a:xfrm>
            <a:off x="287338" y="2176463"/>
            <a:ext cx="3108325" cy="1376362"/>
          </a:xfrm>
          <a:prstGeom prst="rect">
            <a:avLst/>
          </a:prstGeom>
        </p:spPr>
        <p:txBody>
          <a:bodyPr/>
          <a:lstStyle>
            <a:lvl1pPr marL="0" indent="0">
              <a:lnSpc>
                <a:spcPct val="100000"/>
              </a:lnSpc>
              <a:buNone/>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0" name="Content Placeholder 9">
            <a:extLst>
              <a:ext uri="{FF2B5EF4-FFF2-40B4-BE49-F238E27FC236}">
                <a16:creationId xmlns:a16="http://schemas.microsoft.com/office/drawing/2014/main" id="{66426AA1-808D-3E4A-0A09-D5BFBC6B685A}"/>
              </a:ext>
            </a:extLst>
          </p:cNvPr>
          <p:cNvSpPr>
            <a:spLocks noGrp="1"/>
          </p:cNvSpPr>
          <p:nvPr>
            <p:ph sz="quarter" idx="13"/>
          </p:nvPr>
        </p:nvSpPr>
        <p:spPr>
          <a:xfrm>
            <a:off x="3719513" y="1263650"/>
            <a:ext cx="4276725" cy="3435350"/>
          </a:xfrm>
        </p:spPr>
        <p:txBody>
          <a:bodyPr/>
          <a:lstStyle>
            <a:lvl1pPr marL="0" indent="0">
              <a:buClr>
                <a:schemeClr val="accent6"/>
              </a:buClr>
              <a:buFont typeface="Arial" panose="020B0604020202020204" pitchFamily="34" charset="0"/>
              <a:buNone/>
              <a:defRPr/>
            </a:lvl1pPr>
            <a:lvl2pPr marL="357188" indent="-182563">
              <a:buClr>
                <a:schemeClr val="accent6"/>
              </a:buClr>
              <a:defRPr/>
            </a:lvl2pPr>
            <a:lvl3pPr marL="538163" indent="-174625">
              <a:buClr>
                <a:schemeClr val="accent6"/>
              </a:buClr>
              <a:defRPr/>
            </a:lvl3pPr>
            <a:lvl4pPr marL="717550" indent="-182563">
              <a:buClr>
                <a:schemeClr val="accent6"/>
              </a:buClr>
              <a:defRPr/>
            </a:lvl4pPr>
            <a:lvl5pPr marL="896938" indent="-176213">
              <a:buClr>
                <a:schemeClr val="accent6"/>
              </a:buClr>
              <a:defRPr/>
            </a:lvl5pPr>
          </a:lstStyle>
          <a:p>
            <a:pPr lvl="0"/>
            <a:r>
              <a:rPr lang="en-US"/>
              <a:t>Click to edit Master text styles</a:t>
            </a:r>
          </a:p>
        </p:txBody>
      </p:sp>
      <p:pic>
        <p:nvPicPr>
          <p:cNvPr id="3" name="Logo">
            <a:extLst>
              <a:ext uri="{FF2B5EF4-FFF2-40B4-BE49-F238E27FC236}">
                <a16:creationId xmlns:a16="http://schemas.microsoft.com/office/drawing/2014/main" id="{B7DDD0D0-08EF-C4FA-27A4-712A30483CB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69930476"/>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2">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642FF85E-867A-B82D-3409-4A0E12BE7B4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801"/>
            <a:ext cx="3859102" cy="1707028"/>
          </a:xfrm>
          <a:prstGeom prst="rect">
            <a:avLst/>
          </a:prstGeom>
        </p:spPr>
      </p:pic>
      <p:sp>
        <p:nvSpPr>
          <p:cNvPr id="4" name="Title 2">
            <a:extLst>
              <a:ext uri="{FF2B5EF4-FFF2-40B4-BE49-F238E27FC236}">
                <a16:creationId xmlns:a16="http://schemas.microsoft.com/office/drawing/2014/main" id="{616B6948-870D-55A9-BB71-235BACA22D76}"/>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9" name="Content Placeholder 8">
            <a:extLst>
              <a:ext uri="{FF2B5EF4-FFF2-40B4-BE49-F238E27FC236}">
                <a16:creationId xmlns:a16="http://schemas.microsoft.com/office/drawing/2014/main" id="{F3829E21-6B3C-37F9-82D0-1283ED479349}"/>
              </a:ext>
            </a:extLst>
          </p:cNvPr>
          <p:cNvSpPr>
            <a:spLocks noGrp="1"/>
          </p:cNvSpPr>
          <p:nvPr>
            <p:ph sz="quarter" idx="13"/>
          </p:nvPr>
        </p:nvSpPr>
        <p:spPr>
          <a:xfrm>
            <a:off x="266400" y="1836738"/>
            <a:ext cx="8460087" cy="2493962"/>
          </a:xfrm>
        </p:spPr>
        <p:txBody>
          <a:bodyPr/>
          <a:lstStyle>
            <a:lvl1pPr marL="1588" indent="0">
              <a:buFont typeface="Arial" panose="020B0604020202020204" pitchFamily="34" charset="0"/>
              <a:buNone/>
              <a:defRPr/>
            </a:lvl1pPr>
            <a:lvl2pPr marL="357188" indent="-182563">
              <a:defRPr/>
            </a:lvl2pPr>
            <a:lvl3pPr marL="538163" indent="-174625">
              <a:defRPr/>
            </a:lvl3pPr>
            <a:lvl4pPr marL="717550" indent="-180975">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5" name="Logo">
            <a:extLst>
              <a:ext uri="{FF2B5EF4-FFF2-40B4-BE49-F238E27FC236}">
                <a16:creationId xmlns:a16="http://schemas.microsoft.com/office/drawing/2014/main" id="{57BFD23E-A4B4-4AC9-9E48-F6663C789AE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1533382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wo columns 2">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642FF85E-867A-B82D-3409-4A0E12BE7B4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801"/>
            <a:ext cx="3859102" cy="1707028"/>
          </a:xfrm>
          <a:prstGeom prst="rect">
            <a:avLst/>
          </a:prstGeom>
        </p:spPr>
      </p:pic>
      <p:sp>
        <p:nvSpPr>
          <p:cNvPr id="6" name="Title 2">
            <a:extLst>
              <a:ext uri="{FF2B5EF4-FFF2-40B4-BE49-F238E27FC236}">
                <a16:creationId xmlns:a16="http://schemas.microsoft.com/office/drawing/2014/main" id="{5D99196F-1B8E-66EC-1F93-4D740F24BD37}"/>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9" name="Content Placeholder 6">
            <a:extLst>
              <a:ext uri="{FF2B5EF4-FFF2-40B4-BE49-F238E27FC236}">
                <a16:creationId xmlns:a16="http://schemas.microsoft.com/office/drawing/2014/main" id="{C88E11DC-31AF-8FDD-7CCD-FE4CFD5A9D87}"/>
              </a:ext>
            </a:extLst>
          </p:cNvPr>
          <p:cNvSpPr>
            <a:spLocks noGrp="1"/>
          </p:cNvSpPr>
          <p:nvPr>
            <p:ph sz="quarter" idx="11"/>
          </p:nvPr>
        </p:nvSpPr>
        <p:spPr>
          <a:xfrm>
            <a:off x="266700"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38163" indent="-182563">
              <a:buClr>
                <a:schemeClr val="bg1"/>
              </a:buClr>
              <a:buFont typeface="Wingdings" panose="05000000000000000000" pitchFamily="2" charset="2"/>
              <a:buChar char="§"/>
              <a:tabLst/>
              <a:defRPr sz="1400">
                <a:solidFill>
                  <a:schemeClr val="bg1"/>
                </a:solidFill>
              </a:defRPr>
            </a:lvl3pPr>
            <a:lvl4pPr marL="717550" indent="-171450">
              <a:buClr>
                <a:schemeClr val="bg1"/>
              </a:buClr>
              <a:buFont typeface="Arial" panose="020B0604020202020204" pitchFamily="34" charset="0"/>
              <a:buChar char="•"/>
              <a:defRPr sz="1400">
                <a:solidFill>
                  <a:schemeClr val="bg1"/>
                </a:solidFill>
              </a:defRPr>
            </a:lvl4pPr>
            <a:lvl5pPr marL="896938"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sp>
        <p:nvSpPr>
          <p:cNvPr id="10" name="Content Placeholder 6">
            <a:extLst>
              <a:ext uri="{FF2B5EF4-FFF2-40B4-BE49-F238E27FC236}">
                <a16:creationId xmlns:a16="http://schemas.microsoft.com/office/drawing/2014/main" id="{D7AB2FFB-439C-A351-4515-6C8885090971}"/>
              </a:ext>
            </a:extLst>
          </p:cNvPr>
          <p:cNvSpPr>
            <a:spLocks noGrp="1"/>
          </p:cNvSpPr>
          <p:nvPr>
            <p:ph sz="quarter" idx="13"/>
          </p:nvPr>
        </p:nvSpPr>
        <p:spPr>
          <a:xfrm>
            <a:off x="4525962"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pic>
        <p:nvPicPr>
          <p:cNvPr id="4" name="Logo">
            <a:extLst>
              <a:ext uri="{FF2B5EF4-FFF2-40B4-BE49-F238E27FC236}">
                <a16:creationId xmlns:a16="http://schemas.microsoft.com/office/drawing/2014/main" id="{5287950A-7F03-870B-4533-6F6895D4BE5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79754260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only 2">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642FF85E-867A-B82D-3409-4A0E12BE7B4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801"/>
            <a:ext cx="3859102" cy="1707028"/>
          </a:xfrm>
          <a:prstGeom prst="rect">
            <a:avLst/>
          </a:prstGeom>
        </p:spPr>
      </p:pic>
      <p:sp>
        <p:nvSpPr>
          <p:cNvPr id="6" name="Title 2">
            <a:extLst>
              <a:ext uri="{FF2B5EF4-FFF2-40B4-BE49-F238E27FC236}">
                <a16:creationId xmlns:a16="http://schemas.microsoft.com/office/drawing/2014/main" id="{8029B484-0199-0385-5D90-19A2610D7AEB}"/>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pic>
        <p:nvPicPr>
          <p:cNvPr id="4" name="Logo">
            <a:extLst>
              <a:ext uri="{FF2B5EF4-FFF2-40B4-BE49-F238E27FC236}">
                <a16:creationId xmlns:a16="http://schemas.microsoft.com/office/drawing/2014/main" id="{EDB0F3AC-423F-1344-CF44-554BA5445F7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520209967"/>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3">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1083355-53AD-D763-F445-CDB60F00C99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9" name="Title 2">
            <a:extLst>
              <a:ext uri="{FF2B5EF4-FFF2-40B4-BE49-F238E27FC236}">
                <a16:creationId xmlns:a16="http://schemas.microsoft.com/office/drawing/2014/main" id="{029E437F-55BA-E927-76B2-D41CD5919E2D}"/>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14" name="Content Placeholder 13">
            <a:extLst>
              <a:ext uri="{FF2B5EF4-FFF2-40B4-BE49-F238E27FC236}">
                <a16:creationId xmlns:a16="http://schemas.microsoft.com/office/drawing/2014/main" id="{9E7EB1F7-D514-87E5-FDD1-38DBE938A1A9}"/>
              </a:ext>
            </a:extLst>
          </p:cNvPr>
          <p:cNvSpPr>
            <a:spLocks noGrp="1"/>
          </p:cNvSpPr>
          <p:nvPr>
            <p:ph sz="quarter" idx="13"/>
          </p:nvPr>
        </p:nvSpPr>
        <p:spPr>
          <a:xfrm>
            <a:off x="266700" y="1836738"/>
            <a:ext cx="8459788" cy="2493962"/>
          </a:xfrm>
        </p:spPr>
        <p:txBody>
          <a:bodyPr/>
          <a:lstStyle>
            <a:lvl1pPr marL="0" indent="0">
              <a:buFont typeface="Arial" panose="020B0604020202020204" pitchFamily="34" charset="0"/>
              <a:buNone/>
              <a:defRPr/>
            </a:lvl1pPr>
            <a:lvl4pPr marL="898525" indent="-182563">
              <a:buFont typeface="Arial" panose="020B0604020202020204" pitchFamily="34" charset="0"/>
              <a:buChar char="•"/>
              <a:defRPr/>
            </a:lvl4pPr>
            <a:lvl5pPr marL="1074738" indent="-176213">
              <a:buFont typeface="Arial" panose="020B0604020202020204" pitchFamily="34" charset="0"/>
              <a:buChar char="̵"/>
              <a:defRPr/>
            </a:lvl5pPr>
          </a:lstStyle>
          <a:p>
            <a:pPr lvl="0"/>
            <a:r>
              <a:rPr lang="en-US"/>
              <a:t>Click to edit Master text styles</a:t>
            </a:r>
          </a:p>
        </p:txBody>
      </p:sp>
      <p:pic>
        <p:nvPicPr>
          <p:cNvPr id="4" name="Logo">
            <a:extLst>
              <a:ext uri="{FF2B5EF4-FFF2-40B4-BE49-F238E27FC236}">
                <a16:creationId xmlns:a16="http://schemas.microsoft.com/office/drawing/2014/main" id="{CA915AA7-CD3C-C41E-F17E-48D2AB46B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68705230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wo columns 3">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1083355-53AD-D763-F445-CDB60F00C99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6" name="Title 2">
            <a:extLst>
              <a:ext uri="{FF2B5EF4-FFF2-40B4-BE49-F238E27FC236}">
                <a16:creationId xmlns:a16="http://schemas.microsoft.com/office/drawing/2014/main" id="{DEDF0E01-BF69-1C21-48AC-9EF45751D571}"/>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7" name="Content Placeholder 6">
            <a:extLst>
              <a:ext uri="{FF2B5EF4-FFF2-40B4-BE49-F238E27FC236}">
                <a16:creationId xmlns:a16="http://schemas.microsoft.com/office/drawing/2014/main" id="{C79826F7-493F-7EE7-6A2B-3515499F8E16}"/>
              </a:ext>
            </a:extLst>
          </p:cNvPr>
          <p:cNvSpPr>
            <a:spLocks noGrp="1"/>
          </p:cNvSpPr>
          <p:nvPr>
            <p:ph sz="quarter" idx="11"/>
          </p:nvPr>
        </p:nvSpPr>
        <p:spPr>
          <a:xfrm>
            <a:off x="266400"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sp>
        <p:nvSpPr>
          <p:cNvPr id="4" name="Content Placeholder 6">
            <a:extLst>
              <a:ext uri="{FF2B5EF4-FFF2-40B4-BE49-F238E27FC236}">
                <a16:creationId xmlns:a16="http://schemas.microsoft.com/office/drawing/2014/main" id="{C0AC3292-C371-C6A1-F778-78062CFE8624}"/>
              </a:ext>
            </a:extLst>
          </p:cNvPr>
          <p:cNvSpPr>
            <a:spLocks noGrp="1"/>
          </p:cNvSpPr>
          <p:nvPr>
            <p:ph sz="quarter" idx="13"/>
          </p:nvPr>
        </p:nvSpPr>
        <p:spPr>
          <a:xfrm>
            <a:off x="4525962"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pic>
        <p:nvPicPr>
          <p:cNvPr id="5" name="Logo">
            <a:extLst>
              <a:ext uri="{FF2B5EF4-FFF2-40B4-BE49-F238E27FC236}">
                <a16:creationId xmlns:a16="http://schemas.microsoft.com/office/drawing/2014/main" id="{32ACB8A2-B5E4-0DC3-D577-C0B2659200E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46123749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only 3">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1083355-53AD-D763-F445-CDB60F00C99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4" name="Title 2">
            <a:extLst>
              <a:ext uri="{FF2B5EF4-FFF2-40B4-BE49-F238E27FC236}">
                <a16:creationId xmlns:a16="http://schemas.microsoft.com/office/drawing/2014/main" id="{06DF9D07-1CB9-F9D2-021E-E947B9CB2B6E}"/>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pic>
        <p:nvPicPr>
          <p:cNvPr id="5" name="Logo">
            <a:extLst>
              <a:ext uri="{FF2B5EF4-FFF2-40B4-BE49-F238E27FC236}">
                <a16:creationId xmlns:a16="http://schemas.microsoft.com/office/drawing/2014/main" id="{36638EFC-7933-191A-E24C-916EA37E5E4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93821231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4">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7E9B4A7B-EB60-73BE-A7F6-1EE500CD54D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9" name="Title 2">
            <a:extLst>
              <a:ext uri="{FF2B5EF4-FFF2-40B4-BE49-F238E27FC236}">
                <a16:creationId xmlns:a16="http://schemas.microsoft.com/office/drawing/2014/main" id="{9466E073-5B03-49FC-99D2-2EA2EAC470B8}"/>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14" name="Content Placeholder 13">
            <a:extLst>
              <a:ext uri="{FF2B5EF4-FFF2-40B4-BE49-F238E27FC236}">
                <a16:creationId xmlns:a16="http://schemas.microsoft.com/office/drawing/2014/main" id="{A3E31725-4EED-2ADE-920B-473753605C42}"/>
              </a:ext>
            </a:extLst>
          </p:cNvPr>
          <p:cNvSpPr>
            <a:spLocks noGrp="1"/>
          </p:cNvSpPr>
          <p:nvPr>
            <p:ph sz="quarter" idx="13"/>
          </p:nvPr>
        </p:nvSpPr>
        <p:spPr>
          <a:xfrm>
            <a:off x="266700" y="1836738"/>
            <a:ext cx="8459788" cy="2493962"/>
          </a:xfrm>
        </p:spPr>
        <p:txBody>
          <a:bodyPr/>
          <a:lstStyle>
            <a:lvl1pPr marL="0" indent="0">
              <a:buFont typeface="Arial" panose="020B0604020202020204" pitchFamily="34" charset="0"/>
              <a:buNone/>
              <a:defRPr/>
            </a:lvl1pPr>
            <a:lvl2pPr marL="357188" indent="-182563">
              <a:defRPr/>
            </a:lvl2pPr>
            <a:lvl3pPr marL="538163" indent="-174625">
              <a:defRPr/>
            </a:lvl3pPr>
            <a:lvl4pPr marL="717550" indent="-179388">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4" name="Logo">
            <a:extLst>
              <a:ext uri="{FF2B5EF4-FFF2-40B4-BE49-F238E27FC236}">
                <a16:creationId xmlns:a16="http://schemas.microsoft.com/office/drawing/2014/main" id="{286BCEDD-66B7-2373-DA08-F1A9C8E9C9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406317698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wo columns 4">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7E9B4A7B-EB60-73BE-A7F6-1EE500CD54D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6" name="Title 2">
            <a:extLst>
              <a:ext uri="{FF2B5EF4-FFF2-40B4-BE49-F238E27FC236}">
                <a16:creationId xmlns:a16="http://schemas.microsoft.com/office/drawing/2014/main" id="{34409D21-6FFB-E1F0-3D42-7EF9D5BC2564}"/>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4" name="Content Placeholder 6">
            <a:extLst>
              <a:ext uri="{FF2B5EF4-FFF2-40B4-BE49-F238E27FC236}">
                <a16:creationId xmlns:a16="http://schemas.microsoft.com/office/drawing/2014/main" id="{DEA31DF9-7DF7-5668-93E3-02740071EEA6}"/>
              </a:ext>
            </a:extLst>
          </p:cNvPr>
          <p:cNvSpPr>
            <a:spLocks noGrp="1"/>
          </p:cNvSpPr>
          <p:nvPr>
            <p:ph sz="quarter" idx="11"/>
          </p:nvPr>
        </p:nvSpPr>
        <p:spPr>
          <a:xfrm>
            <a:off x="266700"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sp>
        <p:nvSpPr>
          <p:cNvPr id="5" name="Content Placeholder 6">
            <a:extLst>
              <a:ext uri="{FF2B5EF4-FFF2-40B4-BE49-F238E27FC236}">
                <a16:creationId xmlns:a16="http://schemas.microsoft.com/office/drawing/2014/main" id="{E3A35FCB-A612-5276-122C-ADBE8276A8C4}"/>
              </a:ext>
            </a:extLst>
          </p:cNvPr>
          <p:cNvSpPr>
            <a:spLocks noGrp="1"/>
          </p:cNvSpPr>
          <p:nvPr>
            <p:ph sz="quarter" idx="13"/>
          </p:nvPr>
        </p:nvSpPr>
        <p:spPr>
          <a:xfrm>
            <a:off x="4525962"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pic>
        <p:nvPicPr>
          <p:cNvPr id="7" name="Logo">
            <a:extLst>
              <a:ext uri="{FF2B5EF4-FFF2-40B4-BE49-F238E27FC236}">
                <a16:creationId xmlns:a16="http://schemas.microsoft.com/office/drawing/2014/main" id="{4B0923E0-A4B1-F399-3CAC-9CC6EC41291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979848867"/>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only 4">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7E9B4A7B-EB60-73BE-A7F6-1EE500CD54D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1143"/>
            <a:ext cx="3859102" cy="1700931"/>
          </a:xfrm>
          <a:prstGeom prst="rect">
            <a:avLst/>
          </a:prstGeom>
        </p:spPr>
      </p:pic>
      <p:sp>
        <p:nvSpPr>
          <p:cNvPr id="4" name="Title 2">
            <a:extLst>
              <a:ext uri="{FF2B5EF4-FFF2-40B4-BE49-F238E27FC236}">
                <a16:creationId xmlns:a16="http://schemas.microsoft.com/office/drawing/2014/main" id="{3AF8CCA4-00DE-A4B4-EA17-2EC98F14B59E}"/>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pic>
        <p:nvPicPr>
          <p:cNvPr id="5" name="Logo">
            <a:extLst>
              <a:ext uri="{FF2B5EF4-FFF2-40B4-BE49-F238E27FC236}">
                <a16:creationId xmlns:a16="http://schemas.microsoft.com/office/drawing/2014/main" id="{3B506BCB-B7E7-F00B-F58E-243DDE9FCBE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30982655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ext 5">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8595316-7274-041D-72AD-F0AA7BD5E1C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2357"/>
            <a:ext cx="3859102" cy="1700931"/>
          </a:xfrm>
          <a:prstGeom prst="rect">
            <a:avLst/>
          </a:prstGeom>
        </p:spPr>
      </p:pic>
      <p:sp>
        <p:nvSpPr>
          <p:cNvPr id="9" name="Title 2">
            <a:extLst>
              <a:ext uri="{FF2B5EF4-FFF2-40B4-BE49-F238E27FC236}">
                <a16:creationId xmlns:a16="http://schemas.microsoft.com/office/drawing/2014/main" id="{96025ED5-FEA8-B0E5-BC29-212D40B0A5ED}"/>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13" name="Content Placeholder 12">
            <a:extLst>
              <a:ext uri="{FF2B5EF4-FFF2-40B4-BE49-F238E27FC236}">
                <a16:creationId xmlns:a16="http://schemas.microsoft.com/office/drawing/2014/main" id="{7AF626D8-243C-CD10-1D58-CA11FEA37030}"/>
              </a:ext>
            </a:extLst>
          </p:cNvPr>
          <p:cNvSpPr>
            <a:spLocks noGrp="1"/>
          </p:cNvSpPr>
          <p:nvPr>
            <p:ph sz="quarter" idx="13"/>
          </p:nvPr>
        </p:nvSpPr>
        <p:spPr>
          <a:xfrm>
            <a:off x="266700" y="1836738"/>
            <a:ext cx="8459788" cy="2493962"/>
          </a:xfrm>
        </p:spPr>
        <p:txBody>
          <a:bodyPr/>
          <a:lstStyle>
            <a:lvl1pPr marL="0" indent="0">
              <a:buFont typeface="Arial" panose="020B0604020202020204" pitchFamily="34" charset="0"/>
              <a:buNone/>
              <a:defRPr/>
            </a:lvl1pPr>
            <a:lvl2pPr marL="357188" indent="-182563">
              <a:defRPr/>
            </a:lvl2pPr>
            <a:lvl3pPr marL="538163" indent="-17462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4" name="Logo">
            <a:extLst>
              <a:ext uri="{FF2B5EF4-FFF2-40B4-BE49-F238E27FC236}">
                <a16:creationId xmlns:a16="http://schemas.microsoft.com/office/drawing/2014/main" id="{531345BE-030A-7E15-3B6D-FC91B6A76D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7890001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and two columns 5">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8595316-7274-041D-72AD-F0AA7BD5E1C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2357"/>
            <a:ext cx="3859102" cy="1700931"/>
          </a:xfrm>
          <a:prstGeom prst="rect">
            <a:avLst/>
          </a:prstGeom>
        </p:spPr>
      </p:pic>
      <p:sp>
        <p:nvSpPr>
          <p:cNvPr id="4" name="Title 2">
            <a:extLst>
              <a:ext uri="{FF2B5EF4-FFF2-40B4-BE49-F238E27FC236}">
                <a16:creationId xmlns:a16="http://schemas.microsoft.com/office/drawing/2014/main" id="{63B69713-FD89-8D77-22B4-D98DC6FC6344}"/>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sp>
        <p:nvSpPr>
          <p:cNvPr id="5" name="Content Placeholder 6">
            <a:extLst>
              <a:ext uri="{FF2B5EF4-FFF2-40B4-BE49-F238E27FC236}">
                <a16:creationId xmlns:a16="http://schemas.microsoft.com/office/drawing/2014/main" id="{4EC142A1-6515-226E-3417-653A3EE3E730}"/>
              </a:ext>
            </a:extLst>
          </p:cNvPr>
          <p:cNvSpPr>
            <a:spLocks noGrp="1"/>
          </p:cNvSpPr>
          <p:nvPr>
            <p:ph sz="quarter" idx="11"/>
          </p:nvPr>
        </p:nvSpPr>
        <p:spPr>
          <a:xfrm>
            <a:off x="266700"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38163"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sp>
        <p:nvSpPr>
          <p:cNvPr id="6" name="Content Placeholder 6">
            <a:extLst>
              <a:ext uri="{FF2B5EF4-FFF2-40B4-BE49-F238E27FC236}">
                <a16:creationId xmlns:a16="http://schemas.microsoft.com/office/drawing/2014/main" id="{AF7F6424-E7EA-92BB-79A4-38CDDE2CE2B7}"/>
              </a:ext>
            </a:extLst>
          </p:cNvPr>
          <p:cNvSpPr>
            <a:spLocks noGrp="1"/>
          </p:cNvSpPr>
          <p:nvPr>
            <p:ph sz="quarter" idx="13"/>
          </p:nvPr>
        </p:nvSpPr>
        <p:spPr>
          <a:xfrm>
            <a:off x="4525962" y="1836738"/>
            <a:ext cx="4198938" cy="2493962"/>
          </a:xfrm>
          <a:prstGeom prst="rect">
            <a:avLst/>
          </a:prstGeom>
        </p:spPr>
        <p:txBody>
          <a:bodyPr/>
          <a:lstStyle>
            <a:lvl1pPr marL="0" indent="0">
              <a:buClr>
                <a:schemeClr val="bg1"/>
              </a:buClr>
              <a:buFont typeface="Arial" panose="020B0604020202020204" pitchFamily="34" charset="0"/>
              <a:buNone/>
              <a:defRPr sz="1800">
                <a:solidFill>
                  <a:schemeClr val="bg1"/>
                </a:solidFill>
              </a:defRPr>
            </a:lvl1pPr>
            <a:lvl2pPr marL="357188" indent="-182563">
              <a:buClr>
                <a:schemeClr val="bg1"/>
              </a:buClr>
              <a:buFont typeface="Arial" panose="020B0604020202020204" pitchFamily="34" charset="0"/>
              <a:buChar char="̶"/>
              <a:defRPr sz="1600">
                <a:solidFill>
                  <a:schemeClr val="bg1"/>
                </a:solidFill>
              </a:defRPr>
            </a:lvl2pPr>
            <a:lvl3pPr marL="541338" indent="-182563">
              <a:buClr>
                <a:schemeClr val="bg1"/>
              </a:buClr>
              <a:buFont typeface="Wingdings" panose="05000000000000000000" pitchFamily="2" charset="2"/>
              <a:buChar char="§"/>
              <a:defRPr sz="1400">
                <a:solidFill>
                  <a:schemeClr val="bg1"/>
                </a:solidFill>
              </a:defRPr>
            </a:lvl3pPr>
            <a:lvl4pPr marL="715963" indent="-171450">
              <a:buClr>
                <a:schemeClr val="bg1"/>
              </a:buClr>
              <a:buFont typeface="Arial" panose="020B0604020202020204" pitchFamily="34" charset="0"/>
              <a:buChar char="•"/>
              <a:defRPr sz="1400">
                <a:solidFill>
                  <a:schemeClr val="bg1"/>
                </a:solidFill>
              </a:defRPr>
            </a:lvl4pPr>
            <a:lvl5pPr marL="898525" indent="-171450">
              <a:buClr>
                <a:schemeClr val="bg1"/>
              </a:buClr>
              <a:buFont typeface="Arial" panose="020B0604020202020204" pitchFamily="34" charset="0"/>
              <a:buChar char="̵"/>
              <a:defRPr sz="1400">
                <a:solidFill>
                  <a:schemeClr val="bg1"/>
                </a:solidFill>
              </a:defRPr>
            </a:lvl5pPr>
          </a:lstStyle>
          <a:p>
            <a:pPr lvl="0"/>
            <a:r>
              <a:rPr lang="en-US"/>
              <a:t>Click to edit Master text styles</a:t>
            </a:r>
          </a:p>
        </p:txBody>
      </p:sp>
      <p:pic>
        <p:nvPicPr>
          <p:cNvPr id="8" name="Logo">
            <a:extLst>
              <a:ext uri="{FF2B5EF4-FFF2-40B4-BE49-F238E27FC236}">
                <a16:creationId xmlns:a16="http://schemas.microsoft.com/office/drawing/2014/main" id="{7E44F5AA-93CF-EB30-56F2-6D03FBE1008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54539787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ight Pink Background Single Header 1 1 1" preserve="1" userDrawn="1">
  <p:cSld name="Title only 5">
    <p:spTree>
      <p:nvGrpSpPr>
        <p:cNvPr id="1" name="Shape 117"/>
        <p:cNvGrpSpPr/>
        <p:nvPr/>
      </p:nvGrpSpPr>
      <p:grpSpPr>
        <a:xfrm>
          <a:off x="0" y="0"/>
          <a:ext cx="0" cy="0"/>
          <a:chOff x="0" y="0"/>
          <a:chExt cx="0" cy="0"/>
        </a:xfrm>
      </p:grpSpPr>
      <p:pic>
        <p:nvPicPr>
          <p:cNvPr id="2" name="Picture 1">
            <a:extLst>
              <a:ext uri="{FF2B5EF4-FFF2-40B4-BE49-F238E27FC236}">
                <a16:creationId xmlns:a16="http://schemas.microsoft.com/office/drawing/2014/main" id="{E8595316-7274-041D-72AD-F0AA7BD5E1C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bwMode="hidden">
          <a:xfrm>
            <a:off x="5284898" y="2357"/>
            <a:ext cx="3859102" cy="1700931"/>
          </a:xfrm>
          <a:prstGeom prst="rect">
            <a:avLst/>
          </a:prstGeom>
        </p:spPr>
      </p:pic>
      <p:sp>
        <p:nvSpPr>
          <p:cNvPr id="5" name="Title 2">
            <a:extLst>
              <a:ext uri="{FF2B5EF4-FFF2-40B4-BE49-F238E27FC236}">
                <a16:creationId xmlns:a16="http://schemas.microsoft.com/office/drawing/2014/main" id="{F4EEC9B6-4F0E-8884-4290-BED4E0B4F695}"/>
              </a:ext>
            </a:extLst>
          </p:cNvPr>
          <p:cNvSpPr>
            <a:spLocks noGrp="1"/>
          </p:cNvSpPr>
          <p:nvPr>
            <p:ph type="title"/>
          </p:nvPr>
        </p:nvSpPr>
        <p:spPr>
          <a:xfrm>
            <a:off x="266400" y="1263600"/>
            <a:ext cx="8460000" cy="522000"/>
          </a:xfrm>
          <a:prstGeom prst="rect">
            <a:avLst/>
          </a:prstGeom>
        </p:spPr>
        <p:txBody>
          <a:bodyPr/>
          <a:lstStyle>
            <a:lvl1pPr>
              <a:defRPr sz="2800">
                <a:solidFill>
                  <a:schemeClr val="bg1"/>
                </a:solidFill>
              </a:defRPr>
            </a:lvl1pPr>
          </a:lstStyle>
          <a:p>
            <a:r>
              <a:rPr lang="en-US"/>
              <a:t>Click to edit Master title style</a:t>
            </a:r>
            <a:endParaRPr lang="en-GB"/>
          </a:p>
        </p:txBody>
      </p:sp>
      <p:pic>
        <p:nvPicPr>
          <p:cNvPr id="4" name="Logo">
            <a:extLst>
              <a:ext uri="{FF2B5EF4-FFF2-40B4-BE49-F238E27FC236}">
                <a16:creationId xmlns:a16="http://schemas.microsoft.com/office/drawing/2014/main" id="{DBCF51AF-706E-F10F-DB78-66E4C19023B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985472210"/>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ings, title, text">
    <p:bg>
      <p:bgPr>
        <a:solidFill>
          <a:srgbClr val="00374E"/>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8D20D66-6664-22C9-55F3-D751651B40C8}"/>
              </a:ext>
            </a:extLst>
          </p:cNvPr>
          <p:cNvSpPr>
            <a:spLocks noGrp="1"/>
          </p:cNvSpPr>
          <p:nvPr>
            <p:ph type="title"/>
          </p:nvPr>
        </p:nvSpPr>
        <p:spPr>
          <a:xfrm>
            <a:off x="5089525" y="825669"/>
            <a:ext cx="3355200" cy="993775"/>
          </a:xfrm>
          <a:prstGeom prst="rect">
            <a:avLst/>
          </a:prstGeom>
        </p:spPr>
        <p:txBody>
          <a:bodyPr/>
          <a:lstStyle>
            <a:lvl1pPr>
              <a:defRPr>
                <a:solidFill>
                  <a:schemeClr val="bg1"/>
                </a:solidFill>
              </a:defRPr>
            </a:lvl1pPr>
          </a:lstStyle>
          <a:p>
            <a:r>
              <a:rPr lang="en-US"/>
              <a:t>Click to edit Master title style</a:t>
            </a:r>
            <a:endParaRPr lang="en-GB"/>
          </a:p>
        </p:txBody>
      </p:sp>
      <p:sp>
        <p:nvSpPr>
          <p:cNvPr id="12" name="Content Placeholder 11">
            <a:extLst>
              <a:ext uri="{FF2B5EF4-FFF2-40B4-BE49-F238E27FC236}">
                <a16:creationId xmlns:a16="http://schemas.microsoft.com/office/drawing/2014/main" id="{C60947BB-7006-6BC5-2D22-720A3543C57B}"/>
              </a:ext>
            </a:extLst>
          </p:cNvPr>
          <p:cNvSpPr>
            <a:spLocks noGrp="1"/>
          </p:cNvSpPr>
          <p:nvPr>
            <p:ph sz="quarter" idx="13"/>
          </p:nvPr>
        </p:nvSpPr>
        <p:spPr>
          <a:xfrm>
            <a:off x="5083175" y="1906588"/>
            <a:ext cx="3362325" cy="2357437"/>
          </a:xfrm>
        </p:spPr>
        <p:txBody>
          <a:bodyPr/>
          <a:lstStyle>
            <a:lvl1pPr marL="0" indent="0">
              <a:buFont typeface="Arial" panose="020B0604020202020204" pitchFamily="34" charset="0"/>
              <a:buNone/>
              <a:tabLst/>
              <a:defRPr/>
            </a:lvl1pPr>
            <a:lvl2pPr marL="357188" indent="-182563">
              <a:defRPr/>
            </a:lvl2pPr>
            <a:lvl3pPr marL="538163" indent="-18097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2" name="Picture 1" descr="Kings College">
            <a:extLst>
              <a:ext uri="{FF2B5EF4-FFF2-40B4-BE49-F238E27FC236}">
                <a16:creationId xmlns:a16="http://schemas.microsoft.com/office/drawing/2014/main" id="{9992EFCC-CF2E-A2D2-D7D9-B0A94342839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476375" y="831346"/>
            <a:ext cx="2880035" cy="3432679"/>
          </a:xfrm>
          <a:prstGeom prst="rect">
            <a:avLst/>
          </a:prstGeom>
        </p:spPr>
      </p:pic>
      <p:pic>
        <p:nvPicPr>
          <p:cNvPr id="4" name="Picture 3">
            <a:extLst>
              <a:ext uri="{FF2B5EF4-FFF2-40B4-BE49-F238E27FC236}">
                <a16:creationId xmlns:a16="http://schemas.microsoft.com/office/drawing/2014/main" id="{4D68A9F8-0097-3649-2AEC-F863A211501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31961" y="708025"/>
            <a:ext cx="2755631" cy="1170533"/>
          </a:xfrm>
          <a:prstGeom prst="rect">
            <a:avLst/>
          </a:prstGeom>
        </p:spPr>
      </p:pic>
      <p:pic>
        <p:nvPicPr>
          <p:cNvPr id="13" name="Picture 12">
            <a:extLst>
              <a:ext uri="{FF2B5EF4-FFF2-40B4-BE49-F238E27FC236}">
                <a16:creationId xmlns:a16="http://schemas.microsoft.com/office/drawing/2014/main" id="{E3E49D6D-596A-8589-E3C8-2E9582B5773E}"/>
              </a:ext>
            </a:extLst>
          </p:cNvPr>
          <p:cNvPicPr>
            <a:picLocks noChangeAspect="1"/>
          </p:cNvPicPr>
          <p:nvPr userDrawn="1"/>
        </p:nvPicPr>
        <p:blipFill>
          <a:blip r:embed="rId4"/>
          <a:stretch>
            <a:fillRect/>
          </a:stretch>
        </p:blipFill>
        <p:spPr>
          <a:xfrm>
            <a:off x="1474979" y="3289940"/>
            <a:ext cx="1621677" cy="1048603"/>
          </a:xfrm>
          <a:prstGeom prst="rect">
            <a:avLst/>
          </a:prstGeom>
        </p:spPr>
      </p:pic>
      <p:sp>
        <p:nvSpPr>
          <p:cNvPr id="10" name="TextBox 9">
            <a:extLst>
              <a:ext uri="{FF2B5EF4-FFF2-40B4-BE49-F238E27FC236}">
                <a16:creationId xmlns:a16="http://schemas.microsoft.com/office/drawing/2014/main" id="{5A36DA0F-A129-6F4E-6496-ADA3C18D358D}"/>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a:solidFill>
                  <a:schemeClr val="bg1"/>
                </a:solidFill>
              </a:rPr>
              <a:t>ABERDEEN 2040</a:t>
            </a:r>
            <a:endParaRPr lang="en-US" sz="750">
              <a:solidFill>
                <a:schemeClr val="bg1"/>
              </a:solidFill>
            </a:endParaRPr>
          </a:p>
        </p:txBody>
      </p:sp>
      <p:pic>
        <p:nvPicPr>
          <p:cNvPr id="3" name="Logo">
            <a:extLst>
              <a:ext uri="{FF2B5EF4-FFF2-40B4-BE49-F238E27FC236}">
                <a16:creationId xmlns:a16="http://schemas.microsoft.com/office/drawing/2014/main" id="{B59EC5AB-6688-0EE8-95BA-13B9B6474811}"/>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2241518629"/>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brary, title, tex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E9AAAA-F7CC-B491-3F88-BF418B11C234}"/>
              </a:ext>
            </a:extLst>
          </p:cNvPr>
          <p:cNvSpPr>
            <a:spLocks noGrp="1"/>
          </p:cNvSpPr>
          <p:nvPr>
            <p:ph type="title"/>
          </p:nvPr>
        </p:nvSpPr>
        <p:spPr>
          <a:xfrm>
            <a:off x="5089525" y="825669"/>
            <a:ext cx="3355200" cy="993775"/>
          </a:xfrm>
          <a:prstGeom prst="rect">
            <a:avLst/>
          </a:prstGeom>
        </p:spPr>
        <p:txBody>
          <a:bodyPr/>
          <a:lstStyle>
            <a:lvl1pPr>
              <a:defRPr>
                <a:solidFill>
                  <a:schemeClr val="bg1"/>
                </a:solidFill>
              </a:defRPr>
            </a:lvl1pPr>
          </a:lstStyle>
          <a:p>
            <a:r>
              <a:rPr lang="en-US"/>
              <a:t>Click to edit Master title style</a:t>
            </a:r>
            <a:endParaRPr lang="en-GB"/>
          </a:p>
        </p:txBody>
      </p:sp>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a:solidFill>
                  <a:schemeClr val="bg1"/>
                </a:solidFill>
              </a:rPr>
              <a:t>ABERDEEN 2040</a:t>
            </a:r>
            <a:endParaRPr lang="en-US" sz="750">
              <a:solidFill>
                <a:schemeClr val="bg1"/>
              </a:solidFill>
            </a:endParaRPr>
          </a:p>
        </p:txBody>
      </p:sp>
      <p:pic>
        <p:nvPicPr>
          <p:cNvPr id="4" name="Picture 3" descr="Interior view of the Sir Duncan Rice Library">
            <a:extLst>
              <a:ext uri="{FF2B5EF4-FFF2-40B4-BE49-F238E27FC236}">
                <a16:creationId xmlns:a16="http://schemas.microsoft.com/office/drawing/2014/main" id="{5E499396-0193-15E2-0999-743BA5DA01B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76375" y="834577"/>
            <a:ext cx="2880035" cy="3432680"/>
          </a:xfrm>
          <a:prstGeom prst="rect">
            <a:avLst/>
          </a:prstGeom>
        </p:spPr>
      </p:pic>
      <p:pic>
        <p:nvPicPr>
          <p:cNvPr id="6" name="Picture 5">
            <a:extLst>
              <a:ext uri="{FF2B5EF4-FFF2-40B4-BE49-F238E27FC236}">
                <a16:creationId xmlns:a16="http://schemas.microsoft.com/office/drawing/2014/main" id="{0406FA99-6420-5E5A-146B-2567AE3F62E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436808" y="3294704"/>
            <a:ext cx="1621677" cy="1048603"/>
          </a:xfrm>
          <a:prstGeom prst="rect">
            <a:avLst/>
          </a:prstGeom>
        </p:spPr>
      </p:pic>
      <p:pic>
        <p:nvPicPr>
          <p:cNvPr id="12" name="Picture 11">
            <a:extLst>
              <a:ext uri="{FF2B5EF4-FFF2-40B4-BE49-F238E27FC236}">
                <a16:creationId xmlns:a16="http://schemas.microsoft.com/office/drawing/2014/main" id="{519AFD95-577E-97A4-4629-4B5C86D645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2031961" y="709835"/>
            <a:ext cx="2755631" cy="1164437"/>
          </a:xfrm>
          <a:prstGeom prst="rect">
            <a:avLst/>
          </a:prstGeom>
        </p:spPr>
      </p:pic>
      <p:sp>
        <p:nvSpPr>
          <p:cNvPr id="15" name="Content Placeholder 14">
            <a:extLst>
              <a:ext uri="{FF2B5EF4-FFF2-40B4-BE49-F238E27FC236}">
                <a16:creationId xmlns:a16="http://schemas.microsoft.com/office/drawing/2014/main" id="{E8501973-4383-63B5-E52C-6A2B37BE1918}"/>
              </a:ext>
            </a:extLst>
          </p:cNvPr>
          <p:cNvSpPr>
            <a:spLocks noGrp="1"/>
          </p:cNvSpPr>
          <p:nvPr>
            <p:ph sz="quarter" idx="13"/>
          </p:nvPr>
        </p:nvSpPr>
        <p:spPr>
          <a:xfrm>
            <a:off x="5083175" y="1906588"/>
            <a:ext cx="3362325" cy="2357437"/>
          </a:xfrm>
        </p:spPr>
        <p:txBody>
          <a:bodyPr/>
          <a:lstStyle>
            <a:lvl1pPr marL="0" indent="0">
              <a:buFont typeface="Arial" panose="020B0604020202020204" pitchFamily="34" charset="0"/>
              <a:buNone/>
              <a:defRPr/>
            </a:lvl1pPr>
            <a:lvl2pPr marL="357188" indent="-177800">
              <a:defRPr/>
            </a:lvl2pPr>
            <a:lvl3pPr marL="538163" indent="-17462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2" name="Logo">
            <a:extLst>
              <a:ext uri="{FF2B5EF4-FFF2-40B4-BE49-F238E27FC236}">
                <a16:creationId xmlns:a16="http://schemas.microsoft.com/office/drawing/2014/main" id="{9B376EC3-79C8-B640-FD28-A5BCDE906E23}"/>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451314621"/>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eople, title, text">
    <p:spTree>
      <p:nvGrpSpPr>
        <p:cNvPr id="1" name=""/>
        <p:cNvGrpSpPr/>
        <p:nvPr/>
      </p:nvGrpSpPr>
      <p:grpSpPr>
        <a:xfrm>
          <a:off x="0" y="0"/>
          <a:ext cx="0" cy="0"/>
          <a:chOff x="0" y="0"/>
          <a:chExt cx="0" cy="0"/>
        </a:xfrm>
      </p:grpSpPr>
      <p:pic>
        <p:nvPicPr>
          <p:cNvPr id="7" name="Picture 6" descr="A group of people walking on a sidewalk&#10;&#10;AI-generated content may be incorrect.">
            <a:extLst>
              <a:ext uri="{FF2B5EF4-FFF2-40B4-BE49-F238E27FC236}">
                <a16:creationId xmlns:a16="http://schemas.microsoft.com/office/drawing/2014/main" id="{8A1DD506-8A3E-8897-1583-F003FAFF798F}"/>
              </a:ext>
            </a:extLst>
          </p:cNvPr>
          <p:cNvPicPr>
            <a:picLocks noChangeAspect="1"/>
          </p:cNvPicPr>
          <p:nvPr userDrawn="1"/>
        </p:nvPicPr>
        <p:blipFill>
          <a:blip r:embed="rId2"/>
          <a:srcRect l="34334" r="18472"/>
          <a:stretch>
            <a:fillRect/>
          </a:stretch>
        </p:blipFill>
        <p:spPr>
          <a:xfrm>
            <a:off x="1476000" y="831600"/>
            <a:ext cx="2880036" cy="3432679"/>
          </a:xfrm>
          <a:prstGeom prst="rect">
            <a:avLst/>
          </a:prstGeom>
        </p:spPr>
      </p:pic>
      <p:sp>
        <p:nvSpPr>
          <p:cNvPr id="9" name="Title 7">
            <a:extLst>
              <a:ext uri="{FF2B5EF4-FFF2-40B4-BE49-F238E27FC236}">
                <a16:creationId xmlns:a16="http://schemas.microsoft.com/office/drawing/2014/main" id="{C53819DD-0ED8-114F-AF0D-B8EC1E45F6FB}"/>
              </a:ext>
            </a:extLst>
          </p:cNvPr>
          <p:cNvSpPr>
            <a:spLocks noGrp="1"/>
          </p:cNvSpPr>
          <p:nvPr>
            <p:ph type="title"/>
          </p:nvPr>
        </p:nvSpPr>
        <p:spPr>
          <a:xfrm>
            <a:off x="5089525" y="825669"/>
            <a:ext cx="3355200" cy="993775"/>
          </a:xfrm>
          <a:prstGeom prst="rect">
            <a:avLst/>
          </a:prstGeom>
        </p:spPr>
        <p:txBody>
          <a:bodyPr/>
          <a:lstStyle>
            <a:lvl1pPr>
              <a:defRPr>
                <a:solidFill>
                  <a:schemeClr val="bg1"/>
                </a:solidFill>
              </a:defRPr>
            </a:lvl1pPr>
          </a:lstStyle>
          <a:p>
            <a:r>
              <a:rPr lang="en-US"/>
              <a:t>Click to edit Master title style</a:t>
            </a:r>
            <a:endParaRPr lang="en-GB"/>
          </a:p>
        </p:txBody>
      </p:sp>
      <p:sp>
        <p:nvSpPr>
          <p:cNvPr id="12" name="Content Placeholder 11">
            <a:extLst>
              <a:ext uri="{FF2B5EF4-FFF2-40B4-BE49-F238E27FC236}">
                <a16:creationId xmlns:a16="http://schemas.microsoft.com/office/drawing/2014/main" id="{700B1377-DC07-0BD6-7EA2-8B82E74E0D8A}"/>
              </a:ext>
            </a:extLst>
          </p:cNvPr>
          <p:cNvSpPr>
            <a:spLocks noGrp="1"/>
          </p:cNvSpPr>
          <p:nvPr>
            <p:ph sz="quarter" idx="13"/>
          </p:nvPr>
        </p:nvSpPr>
        <p:spPr>
          <a:xfrm>
            <a:off x="5083175" y="1906588"/>
            <a:ext cx="3362325" cy="2357437"/>
          </a:xfrm>
        </p:spPr>
        <p:txBody>
          <a:bodyPr/>
          <a:lstStyle>
            <a:lvl1pPr marL="0" indent="0">
              <a:buFont typeface="Arial" panose="020B0604020202020204" pitchFamily="34" charset="0"/>
              <a:buNone/>
              <a:defRPr/>
            </a:lvl1pPr>
            <a:lvl2pPr marL="357188" indent="-177800">
              <a:defRPr/>
            </a:lvl2pPr>
            <a:lvl3pPr marL="538163" indent="-17462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pic>
        <p:nvPicPr>
          <p:cNvPr id="2" name="Picture 1">
            <a:extLst>
              <a:ext uri="{FF2B5EF4-FFF2-40B4-BE49-F238E27FC236}">
                <a16:creationId xmlns:a16="http://schemas.microsoft.com/office/drawing/2014/main" id="{B9CA38E4-39FD-AECB-4CEA-9905E65333D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25865" y="708025"/>
            <a:ext cx="2755631" cy="1170533"/>
          </a:xfrm>
          <a:prstGeom prst="rect">
            <a:avLst/>
          </a:prstGeom>
        </p:spPr>
      </p:pic>
      <p:pic>
        <p:nvPicPr>
          <p:cNvPr id="13" name="Picture 12">
            <a:extLst>
              <a:ext uri="{FF2B5EF4-FFF2-40B4-BE49-F238E27FC236}">
                <a16:creationId xmlns:a16="http://schemas.microsoft.com/office/drawing/2014/main" id="{E7C81E02-07AC-EF65-1114-3EF82868EA8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475626" y="3294582"/>
            <a:ext cx="1621677" cy="1048603"/>
          </a:xfrm>
          <a:prstGeom prst="rect">
            <a:avLst/>
          </a:prstGeom>
        </p:spPr>
      </p:pic>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a:solidFill>
                  <a:schemeClr val="bg1"/>
                </a:solidFill>
              </a:rPr>
              <a:t>ABERDEEN 2040</a:t>
            </a:r>
            <a:endParaRPr lang="en-US" sz="750">
              <a:solidFill>
                <a:schemeClr val="bg1"/>
              </a:solidFill>
            </a:endParaRPr>
          </a:p>
        </p:txBody>
      </p:sp>
      <p:pic>
        <p:nvPicPr>
          <p:cNvPr id="6" name="Logo">
            <a:extLst>
              <a:ext uri="{FF2B5EF4-FFF2-40B4-BE49-F238E27FC236}">
                <a16:creationId xmlns:a16="http://schemas.microsoft.com/office/drawing/2014/main" id="{1F546557-8F0C-A73C-3EA3-65E329243013}"/>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1002365163"/>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guide id="8" orient="horz" pos="268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astal, title, text">
    <p:spTree>
      <p:nvGrpSpPr>
        <p:cNvPr id="1" name=""/>
        <p:cNvGrpSpPr/>
        <p:nvPr/>
      </p:nvGrpSpPr>
      <p:grpSpPr>
        <a:xfrm>
          <a:off x="0" y="0"/>
          <a:ext cx="0" cy="0"/>
          <a:chOff x="0" y="0"/>
          <a:chExt cx="0" cy="0"/>
        </a:xfrm>
      </p:grpSpPr>
      <p:pic>
        <p:nvPicPr>
          <p:cNvPr id="7" name="Picture 6" descr="A park with a building and trees&#10;&#10;AI-generated content may be incorrect.">
            <a:extLst>
              <a:ext uri="{FF2B5EF4-FFF2-40B4-BE49-F238E27FC236}">
                <a16:creationId xmlns:a16="http://schemas.microsoft.com/office/drawing/2014/main" id="{BA460FDF-ADD9-87EF-39DE-41D3A1CF3C4D}"/>
              </a:ext>
            </a:extLst>
          </p:cNvPr>
          <p:cNvPicPr>
            <a:picLocks noChangeAspect="1"/>
          </p:cNvPicPr>
          <p:nvPr userDrawn="1"/>
        </p:nvPicPr>
        <p:blipFill>
          <a:blip r:embed="rId2"/>
          <a:srcRect l="19042" r="31385"/>
          <a:stretch>
            <a:fillRect/>
          </a:stretch>
        </p:blipFill>
        <p:spPr>
          <a:xfrm>
            <a:off x="1476000" y="831600"/>
            <a:ext cx="2991811" cy="3394710"/>
          </a:xfrm>
          <a:prstGeom prst="rect">
            <a:avLst/>
          </a:prstGeom>
        </p:spPr>
      </p:pic>
      <p:sp>
        <p:nvSpPr>
          <p:cNvPr id="9" name="Title 7">
            <a:extLst>
              <a:ext uri="{FF2B5EF4-FFF2-40B4-BE49-F238E27FC236}">
                <a16:creationId xmlns:a16="http://schemas.microsoft.com/office/drawing/2014/main" id="{4B2464C1-EA27-1C2D-4F0C-59334B0978F1}"/>
              </a:ext>
            </a:extLst>
          </p:cNvPr>
          <p:cNvSpPr>
            <a:spLocks noGrp="1"/>
          </p:cNvSpPr>
          <p:nvPr>
            <p:ph type="title"/>
          </p:nvPr>
        </p:nvSpPr>
        <p:spPr>
          <a:xfrm>
            <a:off x="5089525" y="825669"/>
            <a:ext cx="3355200" cy="993775"/>
          </a:xfrm>
          <a:prstGeom prst="rect">
            <a:avLst/>
          </a:prstGeom>
        </p:spPr>
        <p:txBody>
          <a:bodyPr/>
          <a:lstStyle>
            <a:lvl1pPr>
              <a:defRPr>
                <a:solidFill>
                  <a:schemeClr val="bg1"/>
                </a:solidFill>
              </a:defRPr>
            </a:lvl1pPr>
          </a:lstStyle>
          <a:p>
            <a:r>
              <a:rPr lang="en-US"/>
              <a:t>Click to edit Master title style</a:t>
            </a:r>
            <a:endParaRPr lang="en-GB"/>
          </a:p>
        </p:txBody>
      </p:sp>
      <p:sp>
        <p:nvSpPr>
          <p:cNvPr id="12" name="Content Placeholder 11">
            <a:extLst>
              <a:ext uri="{FF2B5EF4-FFF2-40B4-BE49-F238E27FC236}">
                <a16:creationId xmlns:a16="http://schemas.microsoft.com/office/drawing/2014/main" id="{43D8C4D0-3E4B-517E-8D67-46CF6BC734C0}"/>
              </a:ext>
            </a:extLst>
          </p:cNvPr>
          <p:cNvSpPr>
            <a:spLocks noGrp="1"/>
          </p:cNvSpPr>
          <p:nvPr>
            <p:ph sz="quarter" idx="13"/>
          </p:nvPr>
        </p:nvSpPr>
        <p:spPr>
          <a:xfrm>
            <a:off x="5089525" y="1906588"/>
            <a:ext cx="3362325" cy="2357437"/>
          </a:xfrm>
        </p:spPr>
        <p:txBody>
          <a:bodyPr/>
          <a:lstStyle>
            <a:lvl1pPr marL="0" indent="0">
              <a:buFont typeface="Arial" panose="020B0604020202020204" pitchFamily="34" charset="0"/>
              <a:buNone/>
              <a:defRPr/>
            </a:lvl1pPr>
            <a:lvl2pPr marL="357188" indent="-182563">
              <a:defRPr/>
            </a:lvl2pPr>
            <a:lvl3pPr marL="538163" indent="-180975">
              <a:defRPr/>
            </a:lvl3pPr>
            <a:lvl4pPr marL="717550" indent="-182563">
              <a:buFont typeface="Arial" panose="020B0604020202020204" pitchFamily="34" charset="0"/>
              <a:buChar char="•"/>
              <a:defRPr/>
            </a:lvl4pPr>
            <a:lvl5pPr marL="896938" indent="-179388">
              <a:buFont typeface="Arial" panose="020B0604020202020204" pitchFamily="34" charset="0"/>
              <a:buChar char="̵"/>
              <a:defRPr/>
            </a:lvl5pPr>
          </a:lstStyle>
          <a:p>
            <a:pPr lvl="0"/>
            <a:r>
              <a:rPr lang="en-US"/>
              <a:t>Click to edit Master text styles</a:t>
            </a:r>
          </a:p>
        </p:txBody>
      </p:sp>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a:solidFill>
                  <a:schemeClr val="bg1"/>
                </a:solidFill>
              </a:rPr>
              <a:t>ABERDEEN 2040</a:t>
            </a:r>
            <a:endParaRPr lang="en-US" sz="750">
              <a:solidFill>
                <a:schemeClr val="bg1"/>
              </a:solidFill>
            </a:endParaRPr>
          </a:p>
        </p:txBody>
      </p:sp>
      <p:pic>
        <p:nvPicPr>
          <p:cNvPr id="2" name="Picture 1">
            <a:extLst>
              <a:ext uri="{FF2B5EF4-FFF2-40B4-BE49-F238E27FC236}">
                <a16:creationId xmlns:a16="http://schemas.microsoft.com/office/drawing/2014/main" id="{0840CA12-8CB6-5218-9BC7-888AFB24CDF8}"/>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22497" y="708246"/>
            <a:ext cx="2755631" cy="1170533"/>
          </a:xfrm>
          <a:prstGeom prst="rect">
            <a:avLst/>
          </a:prstGeom>
        </p:spPr>
      </p:pic>
      <p:pic>
        <p:nvPicPr>
          <p:cNvPr id="13" name="Picture 12">
            <a:extLst>
              <a:ext uri="{FF2B5EF4-FFF2-40B4-BE49-F238E27FC236}">
                <a16:creationId xmlns:a16="http://schemas.microsoft.com/office/drawing/2014/main" id="{26ED8AD3-2A67-EAA6-D6C9-36D64E6D450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436879" y="3295181"/>
            <a:ext cx="1621677" cy="1048603"/>
          </a:xfrm>
          <a:prstGeom prst="rect">
            <a:avLst/>
          </a:prstGeom>
        </p:spPr>
      </p:pic>
      <p:pic>
        <p:nvPicPr>
          <p:cNvPr id="5" name="Logo">
            <a:extLst>
              <a:ext uri="{FF2B5EF4-FFF2-40B4-BE49-F238E27FC236}">
                <a16:creationId xmlns:a16="http://schemas.microsoft.com/office/drawing/2014/main" id="{3E6D5D25-5A7F-11EA-EC56-F7ABB2BE55E2}"/>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358474014"/>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guide id="8" orient="horz" pos="2686"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nclusion, title, text">
    <p:spTree>
      <p:nvGrpSpPr>
        <p:cNvPr id="1" name=""/>
        <p:cNvGrpSpPr/>
        <p:nvPr/>
      </p:nvGrpSpPr>
      <p:grpSpPr>
        <a:xfrm>
          <a:off x="0" y="0"/>
          <a:ext cx="0" cy="0"/>
          <a:chOff x="0" y="0"/>
          <a:chExt cx="0" cy="0"/>
        </a:xfrm>
      </p:grpSpPr>
      <p:sp>
        <p:nvSpPr>
          <p:cNvPr id="10" name="Title 7">
            <a:extLst>
              <a:ext uri="{FF2B5EF4-FFF2-40B4-BE49-F238E27FC236}">
                <a16:creationId xmlns:a16="http://schemas.microsoft.com/office/drawing/2014/main" id="{5A7A1B3D-8529-1108-F9C4-60FA45CE7148}"/>
              </a:ext>
            </a:extLst>
          </p:cNvPr>
          <p:cNvSpPr>
            <a:spLocks noGrp="1"/>
          </p:cNvSpPr>
          <p:nvPr>
            <p:ph type="title"/>
          </p:nvPr>
        </p:nvSpPr>
        <p:spPr>
          <a:xfrm>
            <a:off x="1065600" y="825669"/>
            <a:ext cx="3355200" cy="993775"/>
          </a:xfrm>
          <a:prstGeom prst="rect">
            <a:avLst/>
          </a:prstGeom>
        </p:spPr>
        <p:txBody>
          <a:bodyPr/>
          <a:lstStyle>
            <a:lvl1pPr>
              <a:defRPr>
                <a:solidFill>
                  <a:schemeClr val="bg1"/>
                </a:solidFill>
              </a:defRPr>
            </a:lvl1pPr>
          </a:lstStyle>
          <a:p>
            <a:r>
              <a:rPr lang="en-US"/>
              <a:t>Click to edit Master title style</a:t>
            </a:r>
            <a:endParaRPr lang="en-GB"/>
          </a:p>
        </p:txBody>
      </p:sp>
      <p:sp>
        <p:nvSpPr>
          <p:cNvPr id="12" name="Content Placeholder 11">
            <a:extLst>
              <a:ext uri="{FF2B5EF4-FFF2-40B4-BE49-F238E27FC236}">
                <a16:creationId xmlns:a16="http://schemas.microsoft.com/office/drawing/2014/main" id="{35D05263-279C-9D25-6C71-C9B4C3F0E145}"/>
              </a:ext>
            </a:extLst>
          </p:cNvPr>
          <p:cNvSpPr>
            <a:spLocks noGrp="1"/>
          </p:cNvSpPr>
          <p:nvPr>
            <p:ph sz="quarter" idx="13"/>
          </p:nvPr>
        </p:nvSpPr>
        <p:spPr>
          <a:xfrm>
            <a:off x="1058863" y="1871663"/>
            <a:ext cx="3362325" cy="2392362"/>
          </a:xfrm>
        </p:spPr>
        <p:txBody>
          <a:bodyPr/>
          <a:lstStyle>
            <a:lvl1pPr marL="0" indent="0">
              <a:buNone/>
              <a:defRPr/>
            </a:lvl1pPr>
            <a:lvl2pPr marL="357188" indent="-182563">
              <a:defRPr/>
            </a:lvl2pPr>
            <a:lvl3pPr marL="538163" indent="-174625">
              <a:defRPr/>
            </a:lvl3pPr>
            <a:lvl4pPr marL="717550" indent="-179388">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a:solidFill>
                  <a:schemeClr val="bg1"/>
                </a:solidFill>
              </a:rPr>
              <a:t>ABERDEEN 2040</a:t>
            </a:r>
            <a:endParaRPr lang="en-US" sz="750">
              <a:solidFill>
                <a:schemeClr val="bg1"/>
              </a:solidFill>
            </a:endParaRPr>
          </a:p>
        </p:txBody>
      </p:sp>
      <p:pic>
        <p:nvPicPr>
          <p:cNvPr id="6" name="Picture 5" descr="Two women sitting on colourful stairs">
            <a:extLst>
              <a:ext uri="{FF2B5EF4-FFF2-40B4-BE49-F238E27FC236}">
                <a16:creationId xmlns:a16="http://schemas.microsoft.com/office/drawing/2014/main" id="{0E0DD088-2380-E231-BEC6-402661F62A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981575" y="831346"/>
            <a:ext cx="2880035" cy="3432680"/>
          </a:xfrm>
          <a:prstGeom prst="rect">
            <a:avLst/>
          </a:prstGeom>
        </p:spPr>
      </p:pic>
      <p:pic>
        <p:nvPicPr>
          <p:cNvPr id="2" name="Picture 1">
            <a:extLst>
              <a:ext uri="{FF2B5EF4-FFF2-40B4-BE49-F238E27FC236}">
                <a16:creationId xmlns:a16="http://schemas.microsoft.com/office/drawing/2014/main" id="{27E24841-9E44-CC79-0DB6-69B1729375E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569369" y="706792"/>
            <a:ext cx="2749534" cy="1170533"/>
          </a:xfrm>
          <a:prstGeom prst="rect">
            <a:avLst/>
          </a:prstGeom>
        </p:spPr>
      </p:pic>
      <p:pic>
        <p:nvPicPr>
          <p:cNvPr id="13" name="Picture 12">
            <a:extLst>
              <a:ext uri="{FF2B5EF4-FFF2-40B4-BE49-F238E27FC236}">
                <a16:creationId xmlns:a16="http://schemas.microsoft.com/office/drawing/2014/main" id="{CFCEA04C-EB08-6781-2FED-301E1EB7F8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6239931" y="3289941"/>
            <a:ext cx="1621677" cy="1048603"/>
          </a:xfrm>
          <a:prstGeom prst="rect">
            <a:avLst/>
          </a:prstGeom>
        </p:spPr>
      </p:pic>
      <p:pic>
        <p:nvPicPr>
          <p:cNvPr id="5" name="Logo">
            <a:extLst>
              <a:ext uri="{FF2B5EF4-FFF2-40B4-BE49-F238E27FC236}">
                <a16:creationId xmlns:a16="http://schemas.microsoft.com/office/drawing/2014/main" id="{CCDAF55E-4430-E56D-D3FD-EE567D704DA9}"/>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762341819"/>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guide id="8" orient="horz" pos="2686"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ustainable, title, text">
    <p:spTree>
      <p:nvGrpSpPr>
        <p:cNvPr id="1" name=""/>
        <p:cNvGrpSpPr/>
        <p:nvPr/>
      </p:nvGrpSpPr>
      <p:grpSpPr>
        <a:xfrm>
          <a:off x="0" y="0"/>
          <a:ext cx="0" cy="0"/>
          <a:chOff x="0" y="0"/>
          <a:chExt cx="0" cy="0"/>
        </a:xfrm>
      </p:grpSpPr>
      <p:sp>
        <p:nvSpPr>
          <p:cNvPr id="12" name="Title 7">
            <a:extLst>
              <a:ext uri="{FF2B5EF4-FFF2-40B4-BE49-F238E27FC236}">
                <a16:creationId xmlns:a16="http://schemas.microsoft.com/office/drawing/2014/main" id="{2796EECE-F343-22A6-EA79-5454FC6D7DF9}"/>
              </a:ext>
            </a:extLst>
          </p:cNvPr>
          <p:cNvSpPr>
            <a:spLocks noGrp="1"/>
          </p:cNvSpPr>
          <p:nvPr>
            <p:ph type="title"/>
          </p:nvPr>
        </p:nvSpPr>
        <p:spPr>
          <a:xfrm>
            <a:off x="1065600" y="825669"/>
            <a:ext cx="3355200" cy="993775"/>
          </a:xfrm>
          <a:prstGeom prst="rect">
            <a:avLst/>
          </a:prstGeom>
        </p:spPr>
        <p:txBody>
          <a:bodyPr/>
          <a:lstStyle>
            <a:lvl1pPr>
              <a:defRPr>
                <a:solidFill>
                  <a:schemeClr val="bg1"/>
                </a:solidFill>
              </a:defRPr>
            </a:lvl1pPr>
          </a:lstStyle>
          <a:p>
            <a:r>
              <a:rPr lang="en-US"/>
              <a:t>Click to edit Master title style</a:t>
            </a:r>
            <a:endParaRPr lang="en-GB"/>
          </a:p>
        </p:txBody>
      </p:sp>
      <p:sp>
        <p:nvSpPr>
          <p:cNvPr id="14" name="Content Placeholder 13">
            <a:extLst>
              <a:ext uri="{FF2B5EF4-FFF2-40B4-BE49-F238E27FC236}">
                <a16:creationId xmlns:a16="http://schemas.microsoft.com/office/drawing/2014/main" id="{AD7345D2-ED03-38D8-8CD1-EDAE38A3A7CD}"/>
              </a:ext>
            </a:extLst>
          </p:cNvPr>
          <p:cNvSpPr>
            <a:spLocks noGrp="1"/>
          </p:cNvSpPr>
          <p:nvPr>
            <p:ph sz="quarter" idx="13"/>
          </p:nvPr>
        </p:nvSpPr>
        <p:spPr>
          <a:xfrm>
            <a:off x="1058863" y="1871663"/>
            <a:ext cx="3362325" cy="2357437"/>
          </a:xfrm>
        </p:spPr>
        <p:txBody>
          <a:bodyPr/>
          <a:lstStyle>
            <a:lvl1pPr marL="0" indent="0">
              <a:buFont typeface="Arial" panose="020B0604020202020204" pitchFamily="34" charset="0"/>
              <a:buNone/>
              <a:defRPr/>
            </a:lvl1pPr>
            <a:lvl2pPr marL="357188" indent="-182563">
              <a:defRPr/>
            </a:lvl2pPr>
            <a:lvl3pPr marL="538163" indent="-174625">
              <a:defRPr/>
            </a:lvl3pPr>
            <a:lvl4pPr marL="717550" indent="-182563">
              <a:buFont typeface="Arial" panose="020B0604020202020204" pitchFamily="34" charset="0"/>
              <a:buChar char="•"/>
              <a:defRPr/>
            </a:lvl4pPr>
            <a:lvl5pPr marL="896938" indent="-176213">
              <a:buFont typeface="Arial" panose="020B0604020202020204" pitchFamily="34" charset="0"/>
              <a:buChar char="̵"/>
              <a:defRPr/>
            </a:lvl5pPr>
          </a:lstStyle>
          <a:p>
            <a:pPr lvl="0"/>
            <a:r>
              <a:rPr lang="en-US"/>
              <a:t>Click to edit Master text styles</a:t>
            </a:r>
          </a:p>
        </p:txBody>
      </p:sp>
      <p:sp>
        <p:nvSpPr>
          <p:cNvPr id="3" name="TextBox 2">
            <a:extLst>
              <a:ext uri="{FF2B5EF4-FFF2-40B4-BE49-F238E27FC236}">
                <a16:creationId xmlns:a16="http://schemas.microsoft.com/office/drawing/2014/main" id="{961F911D-EEDB-3E34-0325-AB82619EE5EF}"/>
              </a:ext>
              <a:ext uri="{C183D7F6-B498-43B3-948B-1728B52AA6E4}">
                <adec:decorative xmlns:adec="http://schemas.microsoft.com/office/drawing/2017/decorative" val="1"/>
              </a:ext>
            </a:extLst>
          </p:cNvPr>
          <p:cNvSpPr txBox="1"/>
          <p:nvPr userDrawn="1"/>
        </p:nvSpPr>
        <p:spPr>
          <a:xfrm>
            <a:off x="8009371" y="357965"/>
            <a:ext cx="775854" cy="115416"/>
          </a:xfrm>
          <a:prstGeom prst="rect">
            <a:avLst/>
          </a:prstGeom>
          <a:noFill/>
        </p:spPr>
        <p:txBody>
          <a:bodyPr wrap="none" lIns="0" tIns="0" rIns="0" bIns="0" rtlCol="0">
            <a:spAutoFit/>
          </a:bodyPr>
          <a:lstStyle/>
          <a:p>
            <a:pPr algn="r"/>
            <a:r>
              <a:rPr lang="en-US" sz="750" b="1">
                <a:solidFill>
                  <a:schemeClr val="bg1"/>
                </a:solidFill>
              </a:rPr>
              <a:t>ABERDEEN 2040</a:t>
            </a:r>
            <a:endParaRPr lang="en-US" sz="750">
              <a:solidFill>
                <a:schemeClr val="bg1"/>
              </a:solidFill>
            </a:endParaRPr>
          </a:p>
        </p:txBody>
      </p:sp>
      <p:pic>
        <p:nvPicPr>
          <p:cNvPr id="8" name="Picture 7" descr="A woman in a greenhouse with plants">
            <a:extLst>
              <a:ext uri="{FF2B5EF4-FFF2-40B4-BE49-F238E27FC236}">
                <a16:creationId xmlns:a16="http://schemas.microsoft.com/office/drawing/2014/main" id="{7342F75C-AFAE-D11D-C0ED-28B3467E34E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706"/>
          <a:stretch/>
        </p:blipFill>
        <p:spPr>
          <a:xfrm>
            <a:off x="4965510" y="831346"/>
            <a:ext cx="2887469" cy="3432679"/>
          </a:xfrm>
          <a:prstGeom prst="rect">
            <a:avLst/>
          </a:prstGeom>
        </p:spPr>
      </p:pic>
      <p:pic>
        <p:nvPicPr>
          <p:cNvPr id="2" name="Picture 1">
            <a:extLst>
              <a:ext uri="{FF2B5EF4-FFF2-40B4-BE49-F238E27FC236}">
                <a16:creationId xmlns:a16="http://schemas.microsoft.com/office/drawing/2014/main" id="{29DBA03B-32CA-BB1F-21F8-CD3328D4E9A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838495" y="754744"/>
            <a:ext cx="2450804" cy="1121761"/>
          </a:xfrm>
          <a:prstGeom prst="rect">
            <a:avLst/>
          </a:prstGeom>
        </p:spPr>
      </p:pic>
      <p:pic>
        <p:nvPicPr>
          <p:cNvPr id="4" name="Picture 3">
            <a:extLst>
              <a:ext uri="{FF2B5EF4-FFF2-40B4-BE49-F238E27FC236}">
                <a16:creationId xmlns:a16="http://schemas.microsoft.com/office/drawing/2014/main" id="{1EEF3A05-AF29-10F3-7AA7-6E842748939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6238434" y="3316981"/>
            <a:ext cx="1621677" cy="1042506"/>
          </a:xfrm>
          <a:prstGeom prst="rect">
            <a:avLst/>
          </a:prstGeom>
        </p:spPr>
      </p:pic>
      <p:pic>
        <p:nvPicPr>
          <p:cNvPr id="6" name="Logo">
            <a:extLst>
              <a:ext uri="{FF2B5EF4-FFF2-40B4-BE49-F238E27FC236}">
                <a16:creationId xmlns:a16="http://schemas.microsoft.com/office/drawing/2014/main" id="{907C9C71-AA49-D119-C210-1BEFF0F088F5}"/>
              </a:ext>
              <a:ext uri="{C183D7F6-B498-43B3-948B-1728B52AA6E4}">
                <adec:decorative xmlns:adec="http://schemas.microsoft.com/office/drawing/2017/decorative" val="1"/>
              </a:ext>
            </a:extLst>
          </p:cNvPr>
          <p:cNvPicPr>
            <a:picLocks noChangeAspect="1"/>
          </p:cNvPicPr>
          <p:nvPr userDrawn="1"/>
        </p:nvPicPr>
        <p:blipFill>
          <a:blip r:embed="rId5"/>
          <a:stretch>
            <a:fillRect/>
          </a:stretch>
        </p:blipFill>
        <p:spPr bwMode="black">
          <a:xfrm>
            <a:off x="327214" y="4410406"/>
            <a:ext cx="1440000" cy="395077"/>
          </a:xfrm>
          <a:prstGeom prst="rect">
            <a:avLst/>
          </a:prstGeom>
        </p:spPr>
      </p:pic>
    </p:spTree>
    <p:extLst>
      <p:ext uri="{BB962C8B-B14F-4D97-AF65-F5344CB8AC3E}">
        <p14:creationId xmlns:p14="http://schemas.microsoft.com/office/powerpoint/2010/main" val="3604098915"/>
      </p:ext>
    </p:extLst>
  </p:cSld>
  <p:clrMapOvr>
    <a:masterClrMapping/>
  </p:clrMapOvr>
  <p:extLst>
    <p:ext uri="{DCECCB84-F9BA-43D5-87BE-67443E8EF086}">
      <p15:sldGuideLst xmlns:p15="http://schemas.microsoft.com/office/powerpoint/2012/main">
        <p15:guide id="1" orient="horz" pos="282" userDrawn="1">
          <p15:clr>
            <a:srgbClr val="FBAE40"/>
          </p15:clr>
        </p15:guide>
        <p15:guide id="2" pos="204" userDrawn="1">
          <p15:clr>
            <a:srgbClr val="FBAE40"/>
          </p15:clr>
        </p15:guide>
        <p15:guide id="3" orient="horz" pos="3026" userDrawn="1">
          <p15:clr>
            <a:srgbClr val="FBAE40"/>
          </p15:clr>
        </p15:guide>
        <p15:guide id="4" pos="5534" userDrawn="1">
          <p15:clr>
            <a:srgbClr val="FBAE40"/>
          </p15:clr>
        </p15:guide>
        <p15:guide id="5" pos="930" userDrawn="1">
          <p15:clr>
            <a:srgbClr val="FBAE40"/>
          </p15:clr>
        </p15:guide>
        <p15:guide id="6" pos="3016" userDrawn="1">
          <p15:clr>
            <a:srgbClr val="FBAE40"/>
          </p15:clr>
        </p15:guide>
        <p15:guide id="7" orient="horz" pos="441" userDrawn="1">
          <p15:clr>
            <a:srgbClr val="FBAE40"/>
          </p15:clr>
        </p15:guide>
        <p15:guide id="8" orient="horz" pos="2686"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374E"/>
        </a:solidFill>
        <a:effectLst/>
      </p:bgPr>
    </p:bg>
    <p:spTree>
      <p:nvGrpSpPr>
        <p:cNvPr id="1" name="Shape 87"/>
        <p:cNvGrpSpPr/>
        <p:nvPr/>
      </p:nvGrpSpPr>
      <p:grpSpPr>
        <a:xfrm>
          <a:off x="0" y="0"/>
          <a:ext cx="0" cy="0"/>
          <a:chOff x="0" y="0"/>
          <a:chExt cx="0" cy="0"/>
        </a:xfrm>
      </p:grpSpPr>
      <p:sp>
        <p:nvSpPr>
          <p:cNvPr id="4" name="Title Placeholder 3">
            <a:extLst>
              <a:ext uri="{FF2B5EF4-FFF2-40B4-BE49-F238E27FC236}">
                <a16:creationId xmlns:a16="http://schemas.microsoft.com/office/drawing/2014/main" id="{8F2AFFA9-ADFF-1C85-39EE-1F86CFF1464F}"/>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5" name="Text Placeholder 4">
            <a:extLst>
              <a:ext uri="{FF2B5EF4-FFF2-40B4-BE49-F238E27FC236}">
                <a16:creationId xmlns:a16="http://schemas.microsoft.com/office/drawing/2014/main" id="{96793869-0439-4489-60B8-21A88FD3624F}"/>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Box 13">
            <a:extLst>
              <a:ext uri="{FF2B5EF4-FFF2-40B4-BE49-F238E27FC236}">
                <a16:creationId xmlns:a16="http://schemas.microsoft.com/office/drawing/2014/main" id="{99CC8188-7179-9FEC-DB31-058016294230}"/>
              </a:ext>
              <a:ext uri="{C183D7F6-B498-43B3-948B-1728B52AA6E4}">
                <adec:decorative xmlns:adec="http://schemas.microsoft.com/office/drawing/2017/decorative" val="1"/>
              </a:ext>
            </a:extLst>
          </p:cNvPr>
          <p:cNvSpPr txBox="1"/>
          <p:nvPr userDrawn="1"/>
        </p:nvSpPr>
        <p:spPr>
          <a:xfrm>
            <a:off x="323850" y="357965"/>
            <a:ext cx="1287212" cy="115416"/>
          </a:xfrm>
          <a:prstGeom prst="rect">
            <a:avLst/>
          </a:prstGeom>
          <a:noFill/>
        </p:spPr>
        <p:txBody>
          <a:bodyPr wrap="none" lIns="0" tIns="0" rIns="0" bIns="0" rtlCol="0">
            <a:spAutoFit/>
          </a:bodyPr>
          <a:lstStyle/>
          <a:p>
            <a:r>
              <a:rPr lang="en-US" sz="750" b="1">
                <a:solidFill>
                  <a:schemeClr val="bg1"/>
                </a:solidFill>
              </a:rPr>
              <a:t>GO BEYOND BOUNDARIES</a:t>
            </a:r>
            <a:r>
              <a:rPr lang="en-US" sz="750"/>
              <a:t> </a:t>
            </a:r>
          </a:p>
        </p:txBody>
      </p:sp>
      <p:pic>
        <p:nvPicPr>
          <p:cNvPr id="16" name="Picture 15">
            <a:extLst>
              <a:ext uri="{FF2B5EF4-FFF2-40B4-BE49-F238E27FC236}">
                <a16:creationId xmlns:a16="http://schemas.microsoft.com/office/drawing/2014/main" id="{3C45CEAE-0A54-B7A9-5CDF-21FFFAA8C431}"/>
              </a:ext>
              <a:ext uri="{C183D7F6-B498-43B3-948B-1728B52AA6E4}">
                <adec:decorative xmlns:adec="http://schemas.microsoft.com/office/drawing/2017/decorative" val="1"/>
              </a:ext>
            </a:extLst>
          </p:cNvPr>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bwMode="invGray">
          <a:xfrm>
            <a:off x="8176387" y="4686073"/>
            <a:ext cx="608838" cy="168402"/>
          </a:xfrm>
          <a:prstGeom prst="rect">
            <a:avLst/>
          </a:prstGeom>
        </p:spPr>
      </p:pic>
    </p:spTree>
  </p:cSld>
  <p:clrMap bg1="lt1" tx1="dk1" bg2="dk2" tx2="lt2" accent1="accent1" accent2="accent2" accent3="accent3" accent4="accent4" accent5="accent5" accent6="accent6" hlink="hlink" folHlink="folHlink"/>
  <p:sldLayoutIdLst>
    <p:sldLayoutId id="2147483688" r:id="rId1"/>
    <p:sldLayoutId id="2147483668" r:id="rId2"/>
    <p:sldLayoutId id="2147483681" r:id="rId3"/>
    <p:sldLayoutId id="2147483683" r:id="rId4"/>
    <p:sldLayoutId id="2147483704" r:id="rId5"/>
    <p:sldLayoutId id="2147483689" r:id="rId6"/>
    <p:sldLayoutId id="2147483709" r:id="rId7"/>
    <p:sldLayoutId id="2147483710" r:id="rId8"/>
    <p:sldLayoutId id="2147483711" r:id="rId9"/>
    <p:sldLayoutId id="2147483691" r:id="rId10"/>
    <p:sldLayoutId id="2147483690" r:id="rId11"/>
    <p:sldLayoutId id="2147483705" r:id="rId12"/>
    <p:sldLayoutId id="2147483712" r:id="rId13"/>
    <p:sldLayoutId id="2147483719" r:id="rId14"/>
    <p:sldLayoutId id="2147483706" r:id="rId15"/>
    <p:sldLayoutId id="2147483713" r:id="rId16"/>
    <p:sldLayoutId id="2147483718" r:id="rId17"/>
    <p:sldLayoutId id="2147483707" r:id="rId18"/>
    <p:sldLayoutId id="2147483714" r:id="rId19"/>
    <p:sldLayoutId id="2147483717" r:id="rId20"/>
    <p:sldLayoutId id="2147483708" r:id="rId21"/>
    <p:sldLayoutId id="2147483715" r:id="rId22"/>
    <p:sldLayoutId id="2147483716" r:id="rId23"/>
    <p:sldLayoutId id="2147483667" r:id="rId24"/>
    <p:sldLayoutId id="2147483670" r:id="rId25"/>
    <p:sldLayoutId id="2147483673" r:id="rId26"/>
    <p:sldLayoutId id="2147483674" r:id="rId27"/>
    <p:sldLayoutId id="2147483671" r:id="rId28"/>
    <p:sldLayoutId id="2147483675" r:id="rId29"/>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3000" b="0" i="0" u="none" strike="noStrike" cap="none">
          <a:solidFill>
            <a:schemeClr val="bg1"/>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93675" marR="0" lvl="0" indent="-193675" algn="l" rtl="0" eaLnBrk="1" hangingPunct="1">
        <a:lnSpc>
          <a:spcPct val="100000"/>
        </a:lnSpc>
        <a:spcBef>
          <a:spcPts val="0"/>
        </a:spcBef>
        <a:spcAft>
          <a:spcPts val="0"/>
        </a:spcAft>
        <a:buClr>
          <a:schemeClr val="bg1"/>
        </a:buClr>
        <a:buFont typeface="Arial" panose="020B0604020202020204" pitchFamily="34" charset="0"/>
        <a:buChar char="•"/>
        <a:defRPr sz="1800" b="0" i="0" u="none" strike="noStrike" cap="none">
          <a:solidFill>
            <a:schemeClr val="bg1"/>
          </a:solidFill>
          <a:latin typeface="Arial"/>
          <a:ea typeface="Arial"/>
          <a:cs typeface="Arial"/>
          <a:sym typeface="Arial"/>
        </a:defRPr>
      </a:lvl1pPr>
      <a:lvl2pPr marL="541338" marR="0" lvl="1" indent="-182563" algn="l" rtl="0" eaLnBrk="1" hangingPunct="1">
        <a:lnSpc>
          <a:spcPct val="100000"/>
        </a:lnSpc>
        <a:spcBef>
          <a:spcPts val="0"/>
        </a:spcBef>
        <a:spcAft>
          <a:spcPts val="0"/>
        </a:spcAft>
        <a:buClr>
          <a:schemeClr val="bg1"/>
        </a:buClr>
        <a:buFont typeface="Arial" panose="020B0604020202020204" pitchFamily="34" charset="0"/>
        <a:buChar char="̶"/>
        <a:defRPr sz="1400" b="0" i="0" u="none" strike="noStrike" cap="none">
          <a:solidFill>
            <a:schemeClr val="bg1"/>
          </a:solidFill>
          <a:latin typeface="Arial"/>
          <a:ea typeface="Arial"/>
          <a:cs typeface="Arial"/>
          <a:sym typeface="Arial"/>
        </a:defRPr>
      </a:lvl2pPr>
      <a:lvl3pPr marL="715963" marR="0" lvl="2" indent="-174625" algn="l" rtl="0" eaLnBrk="1" hangingPunct="1">
        <a:lnSpc>
          <a:spcPct val="100000"/>
        </a:lnSpc>
        <a:spcBef>
          <a:spcPts val="0"/>
        </a:spcBef>
        <a:spcAft>
          <a:spcPts val="0"/>
        </a:spcAft>
        <a:buClr>
          <a:schemeClr val="bg1"/>
        </a:buClr>
        <a:buFont typeface="Wingdings" panose="05000000000000000000" pitchFamily="2" charset="2"/>
        <a:buChar char="§"/>
        <a:defRPr sz="1400" b="0" i="0" u="none" strike="noStrike" cap="none">
          <a:solidFill>
            <a:schemeClr val="bg1"/>
          </a:solidFill>
          <a:latin typeface="Arial"/>
          <a:ea typeface="Arial"/>
          <a:cs typeface="Arial"/>
          <a:sym typeface="Arial"/>
        </a:defRPr>
      </a:lvl3pPr>
      <a:lvl4pPr marL="898525" marR="0" lvl="3" indent="-182563" algn="l" rtl="0" eaLnBrk="1" hangingPunct="1">
        <a:lnSpc>
          <a:spcPct val="100000"/>
        </a:lnSpc>
        <a:spcBef>
          <a:spcPts val="0"/>
        </a:spcBef>
        <a:spcAft>
          <a:spcPts val="0"/>
        </a:spcAft>
        <a:buClr>
          <a:schemeClr val="bg1"/>
        </a:buClr>
        <a:buFont typeface="Arial" panose="020B0604020202020204" pitchFamily="34" charset="0"/>
        <a:buChar char="•"/>
        <a:defRPr sz="1400" b="0" i="0" u="none" strike="noStrike" cap="none">
          <a:solidFill>
            <a:schemeClr val="bg1"/>
          </a:solidFill>
          <a:latin typeface="Arial"/>
          <a:ea typeface="Arial"/>
          <a:cs typeface="Arial"/>
          <a:sym typeface="Arial"/>
        </a:defRPr>
      </a:lvl4pPr>
      <a:lvl5pPr marL="1074738" marR="0" lvl="4" indent="-176213" algn="l" rtl="0" eaLnBrk="1" hangingPunct="1">
        <a:lnSpc>
          <a:spcPct val="100000"/>
        </a:lnSpc>
        <a:spcBef>
          <a:spcPts val="0"/>
        </a:spcBef>
        <a:spcAft>
          <a:spcPts val="0"/>
        </a:spcAft>
        <a:buClr>
          <a:schemeClr val="bg1"/>
        </a:buClr>
        <a:buFont typeface="Arial" panose="020B0604020202020204" pitchFamily="34" charset="0"/>
        <a:buChar char="̵"/>
        <a:defRPr sz="1400" b="0" i="0" u="none" strike="noStrike" cap="none">
          <a:solidFill>
            <a:schemeClr val="bg1"/>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898525" marR="0" lvl="6" indent="-182563" algn="l" rtl="0" eaLnBrk="1" hangingPunct="1">
        <a:lnSpc>
          <a:spcPct val="100000"/>
        </a:lnSpc>
        <a:spcBef>
          <a:spcPts val="0"/>
        </a:spcBef>
        <a:spcAft>
          <a:spcPts val="0"/>
        </a:spcAft>
        <a:buClr>
          <a:schemeClr val="bg1"/>
        </a:buClr>
        <a:buFont typeface="Arial" panose="020B0604020202020204" pitchFamily="34" charset="0"/>
        <a:buChar char="̵"/>
        <a:defRPr sz="1200" b="0" i="0" u="none" strike="noStrike" cap="none">
          <a:solidFill>
            <a:schemeClr val="bg1"/>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1165225" marR="0" lvl="8" indent="-182563" algn="l" rtl="0" eaLnBrk="1" hangingPunct="1">
        <a:lnSpc>
          <a:spcPct val="100000"/>
        </a:lnSpc>
        <a:spcBef>
          <a:spcPts val="0"/>
        </a:spcBef>
        <a:spcAft>
          <a:spcPts val="0"/>
        </a:spcAft>
        <a:buClr>
          <a:schemeClr val="bg1"/>
        </a:buClr>
        <a:buFont typeface="Wingdings" panose="05000000000000000000" pitchFamily="2" charset="2"/>
        <a:buChar char=""/>
        <a:defRPr sz="1200" b="0" i="0" u="none" strike="noStrike" cap="none">
          <a:solidFill>
            <a:schemeClr val="bg1"/>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2" Type="http://schemas.openxmlformats.org/officeDocument/2006/relationships/hyperlink" Target="mailto:elearning@abdn.ac.uk" TargetMode="Externa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B6C90-80CB-2FAB-7D5D-0AF794108E49}"/>
              </a:ext>
            </a:extLst>
          </p:cNvPr>
          <p:cNvSpPr>
            <a:spLocks noGrp="1"/>
          </p:cNvSpPr>
          <p:nvPr>
            <p:ph type="title"/>
          </p:nvPr>
        </p:nvSpPr>
        <p:spPr/>
        <p:txBody>
          <a:bodyPr>
            <a:normAutofit fontScale="90000"/>
          </a:bodyPr>
          <a:lstStyle/>
          <a:p>
            <a:r>
              <a:rPr lang="en-GB" dirty="0"/>
              <a:t>Maths in Tables</a:t>
            </a:r>
          </a:p>
        </p:txBody>
      </p:sp>
    </p:spTree>
    <p:extLst>
      <p:ext uri="{BB962C8B-B14F-4D97-AF65-F5344CB8AC3E}">
        <p14:creationId xmlns:p14="http://schemas.microsoft.com/office/powerpoint/2010/main" val="196292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D6AAC-BE5D-03E8-03BF-86B41D90E80A}"/>
              </a:ext>
            </a:extLst>
          </p:cNvPr>
          <p:cNvSpPr>
            <a:spLocks noGrp="1"/>
          </p:cNvSpPr>
          <p:nvPr>
            <p:ph type="title"/>
          </p:nvPr>
        </p:nvSpPr>
        <p:spPr>
          <a:xfrm>
            <a:off x="266700" y="915257"/>
            <a:ext cx="8460000" cy="522000"/>
          </a:xfrm>
        </p:spPr>
        <p:txBody>
          <a:bodyPr/>
          <a:lstStyle/>
          <a:p>
            <a:r>
              <a:rPr lang="en-GB" dirty="0"/>
              <a:t>Tabulated Information</a:t>
            </a:r>
          </a:p>
        </p:txBody>
      </p:sp>
      <p:sp>
        <p:nvSpPr>
          <p:cNvPr id="3" name="Content Placeholder 2">
            <a:extLst>
              <a:ext uri="{FF2B5EF4-FFF2-40B4-BE49-F238E27FC236}">
                <a16:creationId xmlns:a16="http://schemas.microsoft.com/office/drawing/2014/main" id="{7A02D879-8FE7-AE41-11F3-3B1040E25CFA}"/>
              </a:ext>
            </a:extLst>
          </p:cNvPr>
          <p:cNvSpPr>
            <a:spLocks noGrp="1"/>
          </p:cNvSpPr>
          <p:nvPr>
            <p:ph sz="quarter" idx="14"/>
          </p:nvPr>
        </p:nvSpPr>
        <p:spPr/>
        <p:txBody>
          <a:bodyPr/>
          <a:lstStyle/>
          <a:p>
            <a:pPr marL="285750" indent="-285750">
              <a:buFont typeface="Arial" panose="020B0604020202020204" pitchFamily="34" charset="0"/>
              <a:buChar char="•"/>
            </a:pPr>
            <a:r>
              <a:rPr lang="en-GB" dirty="0"/>
              <a:t>Screen readers read information row by row;</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Displaying tabulated information row by row will improve reading and help screen reader users process the information  more easily;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This short guide presents three cases where mathematical information was presented in tables in an accessible way.</a:t>
            </a:r>
          </a:p>
        </p:txBody>
      </p:sp>
    </p:spTree>
    <p:extLst>
      <p:ext uri="{BB962C8B-B14F-4D97-AF65-F5344CB8AC3E}">
        <p14:creationId xmlns:p14="http://schemas.microsoft.com/office/powerpoint/2010/main" val="1115840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54987-C7B9-589C-9239-CF1139295251}"/>
              </a:ext>
            </a:extLst>
          </p:cNvPr>
          <p:cNvSpPr>
            <a:spLocks noGrp="1"/>
          </p:cNvSpPr>
          <p:nvPr>
            <p:ph type="title"/>
          </p:nvPr>
        </p:nvSpPr>
        <p:spPr>
          <a:xfrm>
            <a:off x="266700" y="635341"/>
            <a:ext cx="8460000" cy="522000"/>
          </a:xfrm>
        </p:spPr>
        <p:txBody>
          <a:bodyPr/>
          <a:lstStyle/>
          <a:p>
            <a:r>
              <a:rPr lang="en-GB" dirty="0"/>
              <a:t>Nature Tables in Calculus</a:t>
            </a:r>
          </a:p>
        </p:txBody>
      </p:sp>
      <p:sp>
        <p:nvSpPr>
          <p:cNvPr id="3" name="Content Placeholder 2">
            <a:extLst>
              <a:ext uri="{FF2B5EF4-FFF2-40B4-BE49-F238E27FC236}">
                <a16:creationId xmlns:a16="http://schemas.microsoft.com/office/drawing/2014/main" id="{E3F1CA82-2243-F88A-A240-5D73E969DDA9}"/>
              </a:ext>
            </a:extLst>
          </p:cNvPr>
          <p:cNvSpPr>
            <a:spLocks noGrp="1"/>
          </p:cNvSpPr>
          <p:nvPr>
            <p:ph sz="quarter" idx="14"/>
          </p:nvPr>
        </p:nvSpPr>
        <p:spPr>
          <a:xfrm>
            <a:off x="266700" y="1458919"/>
            <a:ext cx="4769995" cy="2762690"/>
          </a:xfrm>
        </p:spPr>
        <p:txBody>
          <a:bodyPr>
            <a:normAutofit fontScale="92500" lnSpcReduction="20000"/>
          </a:bodyPr>
          <a:lstStyle/>
          <a:p>
            <a:r>
              <a:rPr lang="en-GB" sz="1900" dirty="0"/>
              <a:t>In this example, an accessible version (bottom table) has been added to the traditional nature table for functions (top table). </a:t>
            </a:r>
          </a:p>
          <a:p>
            <a:endParaRPr lang="en-GB" sz="1900" dirty="0"/>
          </a:p>
          <a:p>
            <a:r>
              <a:rPr lang="en-GB" sz="1900" dirty="0"/>
              <a:t>The accessible table is a transpose of the traditional table, so it displays information row by row.</a:t>
            </a:r>
          </a:p>
          <a:p>
            <a:endParaRPr lang="en-GB" sz="1900" dirty="0"/>
          </a:p>
          <a:p>
            <a:r>
              <a:rPr lang="en-GB" sz="1900" dirty="0"/>
              <a:t>The accessible table does not use pictograms.</a:t>
            </a:r>
          </a:p>
          <a:p>
            <a:pPr lvl="1" indent="0">
              <a:buNone/>
            </a:pPr>
            <a:endParaRPr lang="en-GB" sz="1800" dirty="0"/>
          </a:p>
          <a:p>
            <a:endParaRPr lang="en-GB" dirty="0"/>
          </a:p>
        </p:txBody>
      </p:sp>
      <p:pic>
        <p:nvPicPr>
          <p:cNvPr id="6" name="Picture 5" descr="Screenshot from the course materials showing an example of a nature table to determine stationary points. The original nature table is very pictural and should be read column by column. Below that there is an accessible version of the nature table which reversed the way in which the information was laid out, and did not make use of pictural symbols. ">
            <a:extLst>
              <a:ext uri="{FF2B5EF4-FFF2-40B4-BE49-F238E27FC236}">
                <a16:creationId xmlns:a16="http://schemas.microsoft.com/office/drawing/2014/main" id="{3D10D221-52FE-57A7-8F55-EF65DAB4A238}"/>
              </a:ext>
            </a:extLst>
          </p:cNvPr>
          <p:cNvPicPr>
            <a:picLocks noChangeAspect="1"/>
          </p:cNvPicPr>
          <p:nvPr/>
        </p:nvPicPr>
        <p:blipFill>
          <a:blip r:embed="rId3"/>
          <a:stretch>
            <a:fillRect/>
          </a:stretch>
        </p:blipFill>
        <p:spPr>
          <a:xfrm>
            <a:off x="5559909" y="1384159"/>
            <a:ext cx="3317391" cy="2837450"/>
          </a:xfrm>
          <a:prstGeom prst="rect">
            <a:avLst/>
          </a:prstGeom>
        </p:spPr>
      </p:pic>
    </p:spTree>
    <p:extLst>
      <p:ext uri="{BB962C8B-B14F-4D97-AF65-F5344CB8AC3E}">
        <p14:creationId xmlns:p14="http://schemas.microsoft.com/office/powerpoint/2010/main" val="310024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EF31-352A-9AF7-240E-0EB8ABBF002C}"/>
              </a:ext>
            </a:extLst>
          </p:cNvPr>
          <p:cNvSpPr>
            <a:spLocks noGrp="1"/>
          </p:cNvSpPr>
          <p:nvPr>
            <p:ph type="title"/>
          </p:nvPr>
        </p:nvSpPr>
        <p:spPr>
          <a:xfrm>
            <a:off x="346122" y="639486"/>
            <a:ext cx="8460000" cy="522000"/>
          </a:xfrm>
        </p:spPr>
        <p:txBody>
          <a:bodyPr/>
          <a:lstStyle/>
          <a:p>
            <a:r>
              <a:rPr lang="en-GB" dirty="0"/>
              <a:t>CAST Tables in Trigonometry</a:t>
            </a:r>
          </a:p>
        </p:txBody>
      </p:sp>
      <p:sp>
        <p:nvSpPr>
          <p:cNvPr id="3" name="Content Placeholder 2">
            <a:extLst>
              <a:ext uri="{FF2B5EF4-FFF2-40B4-BE49-F238E27FC236}">
                <a16:creationId xmlns:a16="http://schemas.microsoft.com/office/drawing/2014/main" id="{AAC1FF24-0D61-E85C-F21B-A75FDFD7E8D4}"/>
              </a:ext>
            </a:extLst>
          </p:cNvPr>
          <p:cNvSpPr>
            <a:spLocks noGrp="1"/>
          </p:cNvSpPr>
          <p:nvPr>
            <p:ph sz="quarter" idx="14"/>
          </p:nvPr>
        </p:nvSpPr>
        <p:spPr/>
        <p:txBody>
          <a:bodyPr/>
          <a:lstStyle/>
          <a:p>
            <a:endParaRPr lang="en-GB" dirty="0"/>
          </a:p>
          <a:p>
            <a:endParaRPr lang="en-GB" dirty="0"/>
          </a:p>
        </p:txBody>
      </p:sp>
      <p:pic>
        <p:nvPicPr>
          <p:cNvPr id="7" name="Content Placeholder 4" descr="Screenshot from the course materials showing both the table format and the alternative written format explaining the sign chart for trigonometric functions across the four quadrants of the unit circle.">
            <a:extLst>
              <a:ext uri="{FF2B5EF4-FFF2-40B4-BE49-F238E27FC236}">
                <a16:creationId xmlns:a16="http://schemas.microsoft.com/office/drawing/2014/main" id="{B7E0FB09-82FE-BB79-63FE-D412FDA93933}"/>
              </a:ext>
            </a:extLst>
          </p:cNvPr>
          <p:cNvPicPr>
            <a:picLocks noChangeAspect="1"/>
          </p:cNvPicPr>
          <p:nvPr/>
        </p:nvPicPr>
        <p:blipFill>
          <a:blip r:embed="rId3"/>
          <a:stretch>
            <a:fillRect/>
          </a:stretch>
        </p:blipFill>
        <p:spPr>
          <a:xfrm>
            <a:off x="4838738" y="2061550"/>
            <a:ext cx="3271374" cy="2515193"/>
          </a:xfrm>
          <a:prstGeom prst="rect">
            <a:avLst/>
          </a:prstGeom>
        </p:spPr>
      </p:pic>
      <p:pic>
        <p:nvPicPr>
          <p:cNvPr id="8" name="Picture 7" descr="Screenshot from the course materials showing the ASTC diagram, which is a mnemonic tool with four quadrants that helps learners to remember the signs of the trigonometric functions in each quadrant and the alternative text description added to accompany the diagram. ">
            <a:extLst>
              <a:ext uri="{FF2B5EF4-FFF2-40B4-BE49-F238E27FC236}">
                <a16:creationId xmlns:a16="http://schemas.microsoft.com/office/drawing/2014/main" id="{956BCD8E-FDFB-9905-B671-1DC6465FAB98}"/>
              </a:ext>
            </a:extLst>
          </p:cNvPr>
          <p:cNvPicPr>
            <a:picLocks noChangeAspect="1"/>
          </p:cNvPicPr>
          <p:nvPr/>
        </p:nvPicPr>
        <p:blipFill>
          <a:blip r:embed="rId4"/>
          <a:stretch>
            <a:fillRect/>
          </a:stretch>
        </p:blipFill>
        <p:spPr>
          <a:xfrm>
            <a:off x="964058" y="2061913"/>
            <a:ext cx="3423930" cy="2144851"/>
          </a:xfrm>
          <a:prstGeom prst="rect">
            <a:avLst/>
          </a:prstGeom>
        </p:spPr>
      </p:pic>
      <p:sp>
        <p:nvSpPr>
          <p:cNvPr id="5" name="TextBox 4">
            <a:extLst>
              <a:ext uri="{FF2B5EF4-FFF2-40B4-BE49-F238E27FC236}">
                <a16:creationId xmlns:a16="http://schemas.microsoft.com/office/drawing/2014/main" id="{3760F13E-2BCB-7CD6-BF9F-1C25E1D6EB01}"/>
              </a:ext>
            </a:extLst>
          </p:cNvPr>
          <p:cNvSpPr txBox="1"/>
          <p:nvPr/>
        </p:nvSpPr>
        <p:spPr>
          <a:xfrm>
            <a:off x="417512" y="1285896"/>
            <a:ext cx="7946833" cy="646331"/>
          </a:xfrm>
          <a:prstGeom prst="rect">
            <a:avLst/>
          </a:prstGeom>
          <a:noFill/>
        </p:spPr>
        <p:txBody>
          <a:bodyPr wrap="square" rtlCol="0">
            <a:spAutoFit/>
          </a:bodyPr>
          <a:lstStyle/>
          <a:p>
            <a:pPr algn="l"/>
            <a:r>
              <a:rPr lang="en-GB" sz="1800" dirty="0">
                <a:solidFill>
                  <a:schemeClr val="bg1"/>
                </a:solidFill>
              </a:rPr>
              <a:t>In this example, an accessible table was added to the CAST diagram.</a:t>
            </a:r>
          </a:p>
          <a:p>
            <a:pPr algn="l"/>
            <a:r>
              <a:rPr lang="en-GB" sz="1800" dirty="0">
                <a:solidFill>
                  <a:schemeClr val="bg1"/>
                </a:solidFill>
              </a:rPr>
              <a:t>Information is read row by row. </a:t>
            </a:r>
          </a:p>
        </p:txBody>
      </p:sp>
    </p:spTree>
    <p:extLst>
      <p:ext uri="{BB962C8B-B14F-4D97-AF65-F5344CB8AC3E}">
        <p14:creationId xmlns:p14="http://schemas.microsoft.com/office/powerpoint/2010/main" val="3169923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5B73-7ABF-8285-A2BA-519488F430A7}"/>
              </a:ext>
            </a:extLst>
          </p:cNvPr>
          <p:cNvSpPr>
            <a:spLocks noGrp="1"/>
          </p:cNvSpPr>
          <p:nvPr>
            <p:ph type="title"/>
          </p:nvPr>
        </p:nvSpPr>
        <p:spPr>
          <a:xfrm>
            <a:off x="266700" y="527065"/>
            <a:ext cx="8460000" cy="522000"/>
          </a:xfrm>
        </p:spPr>
        <p:txBody>
          <a:bodyPr/>
          <a:lstStyle/>
          <a:p>
            <a:r>
              <a:rPr lang="en-GB" dirty="0"/>
              <a:t>Polynomial Division Table</a:t>
            </a:r>
          </a:p>
        </p:txBody>
      </p:sp>
      <p:sp>
        <p:nvSpPr>
          <p:cNvPr id="3" name="Content Placeholder 2">
            <a:extLst>
              <a:ext uri="{FF2B5EF4-FFF2-40B4-BE49-F238E27FC236}">
                <a16:creationId xmlns:a16="http://schemas.microsoft.com/office/drawing/2014/main" id="{A57996EC-AACF-543F-1539-31B09EB6E0CD}"/>
              </a:ext>
            </a:extLst>
          </p:cNvPr>
          <p:cNvSpPr>
            <a:spLocks noGrp="1"/>
          </p:cNvSpPr>
          <p:nvPr>
            <p:ph sz="quarter" idx="14"/>
          </p:nvPr>
        </p:nvSpPr>
        <p:spPr>
          <a:xfrm>
            <a:off x="266912" y="1091568"/>
            <a:ext cx="8459788" cy="2498725"/>
          </a:xfrm>
        </p:spPr>
        <p:txBody>
          <a:bodyPr/>
          <a:lstStyle/>
          <a:p>
            <a:r>
              <a:rPr lang="en-GB" dirty="0"/>
              <a:t>In this example, polynomial division was presented in table format. Information flows row by row. </a:t>
            </a:r>
          </a:p>
        </p:txBody>
      </p:sp>
      <p:pic>
        <p:nvPicPr>
          <p:cNvPr id="5" name="Picture 4" descr="Figure showing how polynomial division is traditionally presented in an online access maths course. The information flow is both vertical and horizontal, and text boxes overlay the table.">
            <a:extLst>
              <a:ext uri="{FF2B5EF4-FFF2-40B4-BE49-F238E27FC236}">
                <a16:creationId xmlns:a16="http://schemas.microsoft.com/office/drawing/2014/main" id="{37230437-55A4-5557-FAC1-3FAB921CA6A7}"/>
              </a:ext>
            </a:extLst>
          </p:cNvPr>
          <p:cNvPicPr>
            <a:picLocks noChangeAspect="1"/>
          </p:cNvPicPr>
          <p:nvPr/>
        </p:nvPicPr>
        <p:blipFill>
          <a:blip r:embed="rId3"/>
          <a:stretch>
            <a:fillRect/>
          </a:stretch>
        </p:blipFill>
        <p:spPr>
          <a:xfrm>
            <a:off x="266700" y="1953825"/>
            <a:ext cx="3778444" cy="2349621"/>
          </a:xfrm>
          <a:prstGeom prst="rect">
            <a:avLst/>
          </a:prstGeom>
        </p:spPr>
      </p:pic>
      <p:pic>
        <p:nvPicPr>
          <p:cNvPr id="9" name="Picture 8" descr="Screenshot showing the alternative accessible tabular presentation of the polynomial division. No overlaying text box is used, and the information flows in rows.">
            <a:extLst>
              <a:ext uri="{FF2B5EF4-FFF2-40B4-BE49-F238E27FC236}">
                <a16:creationId xmlns:a16="http://schemas.microsoft.com/office/drawing/2014/main" id="{C6DC6743-8046-0153-2F92-150040EFFD71}"/>
              </a:ext>
            </a:extLst>
          </p:cNvPr>
          <p:cNvPicPr>
            <a:picLocks noChangeAspect="1"/>
          </p:cNvPicPr>
          <p:nvPr/>
        </p:nvPicPr>
        <p:blipFill>
          <a:blip r:embed="rId4"/>
          <a:stretch>
            <a:fillRect/>
          </a:stretch>
        </p:blipFill>
        <p:spPr>
          <a:xfrm>
            <a:off x="4629749" y="1649023"/>
            <a:ext cx="3930852" cy="2863997"/>
          </a:xfrm>
          <a:prstGeom prst="rect">
            <a:avLst/>
          </a:prstGeom>
        </p:spPr>
      </p:pic>
      <p:sp>
        <p:nvSpPr>
          <p:cNvPr id="7" name="TextBox 6">
            <a:extLst>
              <a:ext uri="{FF2B5EF4-FFF2-40B4-BE49-F238E27FC236}">
                <a16:creationId xmlns:a16="http://schemas.microsoft.com/office/drawing/2014/main" id="{8A800110-23CF-0727-C31D-455035A2A16C}"/>
              </a:ext>
            </a:extLst>
          </p:cNvPr>
          <p:cNvSpPr txBox="1"/>
          <p:nvPr/>
        </p:nvSpPr>
        <p:spPr>
          <a:xfrm>
            <a:off x="4629749" y="4616435"/>
            <a:ext cx="3657601" cy="338554"/>
          </a:xfrm>
          <a:prstGeom prst="rect">
            <a:avLst/>
          </a:prstGeom>
          <a:noFill/>
        </p:spPr>
        <p:txBody>
          <a:bodyPr wrap="square" rtlCol="0">
            <a:spAutoFit/>
          </a:bodyPr>
          <a:lstStyle/>
          <a:p>
            <a:r>
              <a:rPr lang="en-GB" sz="1600" b="1">
                <a:solidFill>
                  <a:schemeClr val="tx1"/>
                </a:solidFill>
              </a:rPr>
              <a:t>Collaboration with Sight Scotland</a:t>
            </a:r>
          </a:p>
        </p:txBody>
      </p:sp>
    </p:spTree>
    <p:extLst>
      <p:ext uri="{BB962C8B-B14F-4D97-AF65-F5344CB8AC3E}">
        <p14:creationId xmlns:p14="http://schemas.microsoft.com/office/powerpoint/2010/main" val="1094456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2B4C11-A60B-AA00-3A55-7D5B3CEBC319}"/>
              </a:ext>
            </a:extLst>
          </p:cNvPr>
          <p:cNvSpPr>
            <a:spLocks noGrp="1"/>
          </p:cNvSpPr>
          <p:nvPr>
            <p:ph sz="quarter" idx="13"/>
          </p:nvPr>
        </p:nvSpPr>
        <p:spPr>
          <a:xfrm>
            <a:off x="5032775" y="855388"/>
            <a:ext cx="3902425" cy="2357437"/>
          </a:xfrm>
        </p:spPr>
        <p:txBody>
          <a:bodyPr vert="horz" lIns="91440" tIns="45720" rIns="91440" bIns="45720" rtlCol="0" anchor="t">
            <a:normAutofit/>
          </a:bodyPr>
          <a:lstStyle/>
          <a:p>
            <a:r>
              <a:rPr lang="en-GB" b="1" dirty="0"/>
              <a:t>Contact</a:t>
            </a:r>
            <a:r>
              <a:rPr lang="en-GB" dirty="0"/>
              <a:t>:</a:t>
            </a:r>
          </a:p>
          <a:p>
            <a:r>
              <a:rPr lang="en-GB"/>
              <a:t>eLearning team</a:t>
            </a:r>
          </a:p>
          <a:p>
            <a:r>
              <a:rPr lang="en-GB" dirty="0"/>
              <a:t>University of Aberdeen</a:t>
            </a:r>
          </a:p>
          <a:p>
            <a:endParaRPr lang="en-GB" dirty="0">
              <a:hlinkClick r:id="rId2"/>
            </a:endParaRPr>
          </a:p>
          <a:p>
            <a:r>
              <a:rPr lang="en-GB" dirty="0">
                <a:hlinkClick r:id="rId2"/>
              </a:rPr>
              <a:t>elearning@abdn.ac.uk</a:t>
            </a:r>
            <a:endParaRPr lang="en-GB" dirty="0"/>
          </a:p>
        </p:txBody>
      </p:sp>
    </p:spTree>
    <p:extLst>
      <p:ext uri="{BB962C8B-B14F-4D97-AF65-F5344CB8AC3E}">
        <p14:creationId xmlns:p14="http://schemas.microsoft.com/office/powerpoint/2010/main" val="36001675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PFULLVERSION" val="1.3.3.5"/>
  <p:tag name="TPLASTSAVEPRODUCT" val="EchoPoll for PowerPoint"/>
  <p:tag name="TPLASTSAVEVERSION" val="6.2 PC"/>
  <p:tag name="TPOS" val="2"/>
  <p:tag name="TPVERSION" val="8"/>
</p:tagLst>
</file>

<file path=ppt/theme/theme1.xml><?xml version="1.0" encoding="utf-8"?>
<a:theme xmlns:a="http://schemas.openxmlformats.org/drawingml/2006/main" name="UoA - Slide Template 2024">
  <a:themeElements>
    <a:clrScheme name="UoA Palette">
      <a:dk1>
        <a:srgbClr val="FFFFFF"/>
      </a:dk1>
      <a:lt1>
        <a:srgbClr val="FFFFFF"/>
      </a:lt1>
      <a:dk2>
        <a:srgbClr val="44546A"/>
      </a:dk2>
      <a:lt2>
        <a:srgbClr val="44546A"/>
      </a:lt2>
      <a:accent1>
        <a:srgbClr val="FBCB3B"/>
      </a:accent1>
      <a:accent2>
        <a:srgbClr val="F261B4"/>
      </a:accent2>
      <a:accent3>
        <a:srgbClr val="75E0AA"/>
      </a:accent3>
      <a:accent4>
        <a:srgbClr val="FF8048"/>
      </a:accent4>
      <a:accent5>
        <a:srgbClr val="75E0AA"/>
      </a:accent5>
      <a:accent6>
        <a:srgbClr val="00CCCF"/>
      </a:accent6>
      <a:hlink>
        <a:srgbClr val="FFFFFF"/>
      </a:hlink>
      <a:folHlink>
        <a:srgbClr val="BFB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dirty="0" err="1" smtClean="0">
            <a:solidFill>
              <a:schemeClr val="bg1"/>
            </a:solidFill>
          </a:defRPr>
        </a:defPPr>
      </a:lstStyle>
    </a:txDef>
  </a:objectDefaults>
  <a:extraClrSchemeLst/>
  <a:extLst>
    <a:ext uri="{05A4C25C-085E-4340-85A3-A5531E510DB2}">
      <thm15:themeFamily xmlns:thm15="http://schemas.microsoft.com/office/thememl/2012/main" name="UoA PPT Template Sep 25.potx" id="{6CAD5025-8698-4154-A12E-EC96E022DF72}" vid="{F850FA85-87E8-46F0-968A-E8EBDD8CA752}"/>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f6af43a-b489-4e9c-8020-5b8c21a793b1">
      <Terms xmlns="http://schemas.microsoft.com/office/infopath/2007/PartnerControls"/>
    </lcf76f155ced4ddcb4097134ff3c332f>
    <TaxCatchAll xmlns="92971724-7528-4b5b-a378-ee53c02c5eb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11147A535BD042A35E2BF9F257F7EA" ma:contentTypeVersion="11" ma:contentTypeDescription="Create a new document." ma:contentTypeScope="" ma:versionID="750bed8dfc1912c1b683648634c5e521">
  <xsd:schema xmlns:xsd="http://www.w3.org/2001/XMLSchema" xmlns:xs="http://www.w3.org/2001/XMLSchema" xmlns:p="http://schemas.microsoft.com/office/2006/metadata/properties" xmlns:ns2="6f6af43a-b489-4e9c-8020-5b8c21a793b1" xmlns:ns3="92971724-7528-4b5b-a378-ee53c02c5eba" targetNamespace="http://schemas.microsoft.com/office/2006/metadata/properties" ma:root="true" ma:fieldsID="a881091253070f5192552dc927542a94" ns2:_="" ns3:_="">
    <xsd:import namespace="6f6af43a-b489-4e9c-8020-5b8c21a793b1"/>
    <xsd:import namespace="92971724-7528-4b5b-a378-ee53c02c5e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6af43a-b489-4e9c-8020-5b8c21a793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507c90d-3ac7-4967-848a-ba06276b1760"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971724-7528-4b5b-a378-ee53c02c5eb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21a9739-e8a7-42d6-90a9-042675abc87d}" ma:internalName="TaxCatchAll" ma:showField="CatchAllData" ma:web="92971724-7528-4b5b-a378-ee53c02c5e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15FE96-BD7D-43F9-B325-35CBEA89D188}">
  <ds:schemaRefs>
    <ds:schemaRef ds:uri="6f6af43a-b489-4e9c-8020-5b8c21a793b1"/>
    <ds:schemaRef ds:uri="92971724-7528-4b5b-a378-ee53c02c5eb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77700E5-9302-469D-A5F8-2104E8F64DE3}">
  <ds:schemaRefs>
    <ds:schemaRef ds:uri="http://schemas.microsoft.com/sharepoint/v3/contenttype/forms"/>
  </ds:schemaRefs>
</ds:datastoreItem>
</file>

<file path=customXml/itemProps3.xml><?xml version="1.0" encoding="utf-8"?>
<ds:datastoreItem xmlns:ds="http://schemas.openxmlformats.org/officeDocument/2006/customXml" ds:itemID="{E9841925-E3BA-4DCB-9C20-F88F80F9D918}">
  <ds:schemaRefs>
    <ds:schemaRef ds:uri="6f6af43a-b489-4e9c-8020-5b8c21a793b1"/>
    <ds:schemaRef ds:uri="92971724-7528-4b5b-a378-ee53c02c5e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UoA-PPT-Template-Sep-25</Template>
  <TotalTime>26</TotalTime>
  <Words>171</Words>
  <Application>Microsoft Office PowerPoint</Application>
  <PresentationFormat>On-screen Show (16:9)</PresentationFormat>
  <Paragraphs>24</Paragraphs>
  <Slides>6</Slides>
  <Notes>3</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UoA - Slide Template 2024</vt:lpstr>
      <vt:lpstr>Maths in Tables</vt:lpstr>
      <vt:lpstr>Tabulated Information</vt:lpstr>
      <vt:lpstr>Nature Tables in Calculus</vt:lpstr>
      <vt:lpstr>CAST Tables in Trigonometry</vt:lpstr>
      <vt:lpstr>Polynomial Division Table</vt:lpstr>
      <vt:lpstr>PowerPoint Presentation</vt:lpstr>
    </vt:vector>
  </TitlesOfParts>
  <Company>University of Aberdeen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Koukkari, Maija</dc:creator>
  <cp:lastModifiedBy>Richard, Dr Morgiane C</cp:lastModifiedBy>
  <cp:revision>10</cp:revision>
  <dcterms:created xsi:type="dcterms:W3CDTF">2026-01-30T10:51:35Z</dcterms:created>
  <dcterms:modified xsi:type="dcterms:W3CDTF">2026-08-27T10:46:16Z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0x010100AA11147A535BD042A35E2BF9F257F7EA</vt:lpwstr>
  </property>
  <property fmtid="{D5CDD505-2E9C-101B-9397-08002B2CF9AE}" pid="3" name="MediaServiceImageTags">
    <vt:lpwstr/>
  </property>
</Properties>
</file>