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</p:sldMasterIdLst>
  <p:notesMasterIdLst>
    <p:notesMasterId r:id="rId11"/>
  </p:notesMasterIdLst>
  <p:handoutMasterIdLst>
    <p:handoutMasterId r:id="rId12"/>
  </p:handoutMasterIdLst>
  <p:sldIdLst>
    <p:sldId id="260" r:id="rId5"/>
    <p:sldId id="285" r:id="rId6"/>
    <p:sldId id="268" r:id="rId7"/>
    <p:sldId id="283" r:id="rId8"/>
    <p:sldId id="282" r:id="rId9"/>
    <p:sldId id="284" r:id="rId10"/>
  </p:sldIdLst>
  <p:sldSz cx="9144000" cy="5143500" type="screen16x9"/>
  <p:notesSz cx="6858000" cy="9144000"/>
  <p:custDataLst>
    <p:tags r:id="rId1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5" orient="horz" pos="1008" userDrawn="1">
          <p15:clr>
            <a:srgbClr val="A4A3A4"/>
          </p15:clr>
        </p15:guide>
        <p15:guide id="7" pos="4921" userDrawn="1">
          <p15:clr>
            <a:srgbClr val="A4A3A4"/>
          </p15:clr>
        </p15:guide>
        <p15:guide id="8" pos="3266" userDrawn="1">
          <p15:clr>
            <a:srgbClr val="A4A3A4"/>
          </p15:clr>
        </p15:guide>
        <p15:guide id="10" orient="horz" pos="1325" userDrawn="1">
          <p15:clr>
            <a:srgbClr val="A4A3A4"/>
          </p15:clr>
        </p15:guide>
        <p15:guide id="14" orient="horz" pos="849" userDrawn="1">
          <p15:clr>
            <a:srgbClr val="A4A3A4"/>
          </p15:clr>
        </p15:guide>
        <p15:guide id="16" orient="horz" pos="2618" userDrawn="1">
          <p15:clr>
            <a:srgbClr val="A4A3A4"/>
          </p15:clr>
        </p15:guide>
        <p15:guide id="17" orient="horz" pos="2867" userDrawn="1">
          <p15:clr>
            <a:srgbClr val="A4A3A4"/>
          </p15:clr>
        </p15:guide>
        <p15:guide id="18" pos="226" userDrawn="1">
          <p15:clr>
            <a:srgbClr val="A4A3A4"/>
          </p15:clr>
        </p15:guide>
        <p15:guide id="19" pos="4377" userDrawn="1">
          <p15:clr>
            <a:srgbClr val="A4A3A4"/>
          </p15:clr>
        </p15:guide>
        <p15:guide id="20" orient="horz" pos="1166" userDrawn="1">
          <p15:clr>
            <a:srgbClr val="A4A3A4"/>
          </p15:clr>
        </p15:guide>
        <p15:guide id="21" orient="horz" pos="3240" userDrawn="1">
          <p15:clr>
            <a:srgbClr val="A4A3A4"/>
          </p15:clr>
        </p15:guide>
        <p15:guide id="22" pos="2767" userDrawn="1">
          <p15:clr>
            <a:srgbClr val="A4A3A4"/>
          </p15:clr>
        </p15:guide>
        <p15:guide id="23" pos="38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7DD8A5-A728-9C7C-F9A6-F26C08135F17}" name="Macdonald, Lucy J" initials="MLJ" userId="S::ade372@abdn.ac.uk::f488a842-baa6-445c-8bd4-613a5949b1d7" providerId="AD"/>
  <p188:author id="{7CAF7BF6-7A11-9674-ED67-4A4149AD6C3E}" name="Law, Karen" initials="LK" userId="S::lls032@abdn.ac.uk::4db01025-f5d7-4169-8d29-d41e4834ac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0CCCF"/>
    <a:srgbClr val="00374E"/>
    <a:srgbClr val="FBCB3B"/>
    <a:srgbClr val="75E0AA"/>
    <a:srgbClr val="14273D"/>
    <a:srgbClr val="0E434B"/>
    <a:srgbClr val="2E3547"/>
    <a:srgbClr val="593341"/>
    <a:srgbClr val="9230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A7AB27-F70C-43C1-830E-9CC1D4C058CA}" v="14" dt="2026-08-27T12:17:57.875"/>
    <p1510:client id="{CE410421-1537-8C36-EFFA-FAC310FEC65A}" v="12" dt="2026-08-27T10:58:32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52" autoAdjust="0"/>
  </p:normalViewPr>
  <p:slideViewPr>
    <p:cSldViewPr snapToGrid="0">
      <p:cViewPr varScale="1">
        <p:scale>
          <a:sx n="138" d="100"/>
          <a:sy n="138" d="100"/>
        </p:scale>
        <p:origin x="870" y="120"/>
      </p:cViewPr>
      <p:guideLst>
        <p:guide orient="horz" pos="3026"/>
        <p:guide orient="horz" pos="1008"/>
        <p:guide pos="4921"/>
        <p:guide pos="3266"/>
        <p:guide orient="horz" pos="1325"/>
        <p:guide orient="horz" pos="849"/>
        <p:guide orient="horz" pos="2618"/>
        <p:guide orient="horz" pos="2867"/>
        <p:guide pos="226"/>
        <p:guide pos="4377"/>
        <p:guide orient="horz" pos="1166"/>
        <p:guide orient="horz" pos="3240"/>
        <p:guide pos="2767"/>
        <p:guide pos="3810"/>
      </p:guideLst>
    </p:cSldViewPr>
  </p:slideViewPr>
  <p:outlineViewPr>
    <p:cViewPr>
      <p:scale>
        <a:sx n="33" d="100"/>
        <a:sy n="33" d="100"/>
      </p:scale>
      <p:origin x="0" y="-5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49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, Dr Morgiane C" userId="b7f0f3e8-bbd7-4b72-817a-fcc3bbc6a5fd" providerId="ADAL" clId="{F204D117-7105-492C-9EE0-9B3543D1DBE6}"/>
    <pc:docChg chg="undo custSel addSld delSld modSld">
      <pc:chgData name="Richard, Dr Morgiane C" userId="b7f0f3e8-bbd7-4b72-817a-fcc3bbc6a5fd" providerId="ADAL" clId="{F204D117-7105-492C-9EE0-9B3543D1DBE6}" dt="2026-08-27T12:18:32.177" v="1578" actId="1076"/>
      <pc:docMkLst>
        <pc:docMk/>
      </pc:docMkLst>
      <pc:sldChg chg="del">
        <pc:chgData name="Richard, Dr Morgiane C" userId="b7f0f3e8-bbd7-4b72-817a-fcc3bbc6a5fd" providerId="ADAL" clId="{F204D117-7105-492C-9EE0-9B3543D1DBE6}" dt="2026-08-26T14:14:11.028" v="0" actId="47"/>
        <pc:sldMkLst>
          <pc:docMk/>
          <pc:sldMk cId="948271047" sldId="258"/>
        </pc:sldMkLst>
      </pc:sldChg>
      <pc:sldChg chg="del">
        <pc:chgData name="Richard, Dr Morgiane C" userId="b7f0f3e8-bbd7-4b72-817a-fcc3bbc6a5fd" providerId="ADAL" clId="{F204D117-7105-492C-9EE0-9B3543D1DBE6}" dt="2026-08-26T14:14:17.905" v="1" actId="47"/>
        <pc:sldMkLst>
          <pc:docMk/>
          <pc:sldMk cId="3707235612" sldId="259"/>
        </pc:sldMkLst>
      </pc:sldChg>
      <pc:sldChg chg="addSp delSp modSp mod modClrScheme chgLayout">
        <pc:chgData name="Richard, Dr Morgiane C" userId="b7f0f3e8-bbd7-4b72-817a-fcc3bbc6a5fd" providerId="ADAL" clId="{F204D117-7105-492C-9EE0-9B3543D1DBE6}" dt="2026-08-26T14:46:00.079" v="741" actId="700"/>
        <pc:sldMkLst>
          <pc:docMk/>
          <pc:sldMk cId="3817726469" sldId="260"/>
        </pc:sldMkLst>
        <pc:spChg chg="mod ord">
          <ac:chgData name="Richard, Dr Morgiane C" userId="b7f0f3e8-bbd7-4b72-817a-fcc3bbc6a5fd" providerId="ADAL" clId="{F204D117-7105-492C-9EE0-9B3543D1DBE6}" dt="2026-08-26T14:46:00.079" v="741" actId="700"/>
          <ac:spMkLst>
            <pc:docMk/>
            <pc:sldMk cId="3817726469" sldId="260"/>
            <ac:spMk id="2" creationId="{0C088029-70DB-3834-3E2B-BC3733555D79}"/>
          </ac:spMkLst>
        </pc:spChg>
        <pc:spChg chg="add del mod ord">
          <ac:chgData name="Richard, Dr Morgiane C" userId="b7f0f3e8-bbd7-4b72-817a-fcc3bbc6a5fd" providerId="ADAL" clId="{F204D117-7105-492C-9EE0-9B3543D1DBE6}" dt="2026-08-26T14:26:18.780" v="553" actId="478"/>
          <ac:spMkLst>
            <pc:docMk/>
            <pc:sldMk cId="3817726469" sldId="260"/>
            <ac:spMk id="3" creationId="{A5290748-6635-1195-39CC-BF9745AFAC83}"/>
          </ac:spMkLst>
        </pc:spChg>
      </pc:sldChg>
      <pc:sldChg chg="del">
        <pc:chgData name="Richard, Dr Morgiane C" userId="b7f0f3e8-bbd7-4b72-817a-fcc3bbc6a5fd" providerId="ADAL" clId="{F204D117-7105-492C-9EE0-9B3543D1DBE6}" dt="2026-08-26T14:15:01.154" v="47" actId="47"/>
        <pc:sldMkLst>
          <pc:docMk/>
          <pc:sldMk cId="2082800586" sldId="261"/>
        </pc:sldMkLst>
      </pc:sldChg>
      <pc:sldChg chg="del">
        <pc:chgData name="Richard, Dr Morgiane C" userId="b7f0f3e8-bbd7-4b72-817a-fcc3bbc6a5fd" providerId="ADAL" clId="{F204D117-7105-492C-9EE0-9B3543D1DBE6}" dt="2026-08-26T14:15:06.850" v="48" actId="47"/>
        <pc:sldMkLst>
          <pc:docMk/>
          <pc:sldMk cId="4267318149" sldId="262"/>
        </pc:sldMkLst>
      </pc:sldChg>
      <pc:sldChg chg="del">
        <pc:chgData name="Richard, Dr Morgiane C" userId="b7f0f3e8-bbd7-4b72-817a-fcc3bbc6a5fd" providerId="ADAL" clId="{F204D117-7105-492C-9EE0-9B3543D1DBE6}" dt="2026-08-26T14:15:07.403" v="49" actId="47"/>
        <pc:sldMkLst>
          <pc:docMk/>
          <pc:sldMk cId="1455569772" sldId="263"/>
        </pc:sldMkLst>
      </pc:sldChg>
      <pc:sldChg chg="del">
        <pc:chgData name="Richard, Dr Morgiane C" userId="b7f0f3e8-bbd7-4b72-817a-fcc3bbc6a5fd" providerId="ADAL" clId="{F204D117-7105-492C-9EE0-9B3543D1DBE6}" dt="2026-08-26T14:15:07.984" v="50" actId="47"/>
        <pc:sldMkLst>
          <pc:docMk/>
          <pc:sldMk cId="3549486865" sldId="264"/>
        </pc:sldMkLst>
      </pc:sldChg>
      <pc:sldChg chg="del">
        <pc:chgData name="Richard, Dr Morgiane C" userId="b7f0f3e8-bbd7-4b72-817a-fcc3bbc6a5fd" providerId="ADAL" clId="{F204D117-7105-492C-9EE0-9B3543D1DBE6}" dt="2026-08-26T14:15:08.284" v="51" actId="47"/>
        <pc:sldMkLst>
          <pc:docMk/>
          <pc:sldMk cId="782703309" sldId="265"/>
        </pc:sldMkLst>
      </pc:sldChg>
      <pc:sldChg chg="del">
        <pc:chgData name="Richard, Dr Morgiane C" userId="b7f0f3e8-bbd7-4b72-817a-fcc3bbc6a5fd" providerId="ADAL" clId="{F204D117-7105-492C-9EE0-9B3543D1DBE6}" dt="2026-08-26T14:15:08.555" v="52" actId="47"/>
        <pc:sldMkLst>
          <pc:docMk/>
          <pc:sldMk cId="1948017132" sldId="266"/>
        </pc:sldMkLst>
      </pc:sldChg>
      <pc:sldChg chg="del">
        <pc:chgData name="Richard, Dr Morgiane C" userId="b7f0f3e8-bbd7-4b72-817a-fcc3bbc6a5fd" providerId="ADAL" clId="{F204D117-7105-492C-9EE0-9B3543D1DBE6}" dt="2026-08-26T14:15:09.099" v="53" actId="47"/>
        <pc:sldMkLst>
          <pc:docMk/>
          <pc:sldMk cId="2037697162" sldId="267"/>
        </pc:sldMkLst>
      </pc:sldChg>
      <pc:sldChg chg="addSp delSp modSp add mod modNotesTx">
        <pc:chgData name="Richard, Dr Morgiane C" userId="b7f0f3e8-bbd7-4b72-817a-fcc3bbc6a5fd" providerId="ADAL" clId="{F204D117-7105-492C-9EE0-9B3543D1DBE6}" dt="2026-08-26T14:49:57.277" v="919" actId="207"/>
        <pc:sldMkLst>
          <pc:docMk/>
          <pc:sldMk cId="572533018" sldId="268"/>
        </pc:sldMkLst>
        <pc:spChg chg="mod">
          <ac:chgData name="Richard, Dr Morgiane C" userId="b7f0f3e8-bbd7-4b72-817a-fcc3bbc6a5fd" providerId="ADAL" clId="{F204D117-7105-492C-9EE0-9B3543D1DBE6}" dt="2026-08-26T14:22:53.235" v="364" actId="20577"/>
          <ac:spMkLst>
            <pc:docMk/>
            <pc:sldMk cId="572533018" sldId="268"/>
            <ac:spMk id="2" creationId="{A896EA97-2F3D-83B3-D6B7-56C489BDA42D}"/>
          </ac:spMkLst>
        </pc:spChg>
        <pc:spChg chg="mod">
          <ac:chgData name="Richard, Dr Morgiane C" userId="b7f0f3e8-bbd7-4b72-817a-fcc3bbc6a5fd" providerId="ADAL" clId="{F204D117-7105-492C-9EE0-9B3543D1DBE6}" dt="2026-08-26T14:23:31.638" v="430" actId="20577"/>
          <ac:spMkLst>
            <pc:docMk/>
            <pc:sldMk cId="572533018" sldId="268"/>
            <ac:spMk id="3" creationId="{23323E47-6288-0E4F-D90B-8872A9724D30}"/>
          </ac:spMkLst>
        </pc:spChg>
        <pc:spChg chg="add del mod">
          <ac:chgData name="Richard, Dr Morgiane C" userId="b7f0f3e8-bbd7-4b72-817a-fcc3bbc6a5fd" providerId="ADAL" clId="{F204D117-7105-492C-9EE0-9B3543D1DBE6}" dt="2026-08-26T14:30:13.916" v="721" actId="478"/>
          <ac:spMkLst>
            <pc:docMk/>
            <pc:sldMk cId="572533018" sldId="268"/>
            <ac:spMk id="6" creationId="{E7D2DF3F-8D7F-014E-299F-93C9683CBD9A}"/>
          </ac:spMkLst>
        </pc:spChg>
        <pc:spChg chg="add del mod">
          <ac:chgData name="Richard, Dr Morgiane C" userId="b7f0f3e8-bbd7-4b72-817a-fcc3bbc6a5fd" providerId="ADAL" clId="{F204D117-7105-492C-9EE0-9B3543D1DBE6}" dt="2026-08-26T14:30:53.607" v="736" actId="478"/>
          <ac:spMkLst>
            <pc:docMk/>
            <pc:sldMk cId="572533018" sldId="268"/>
            <ac:spMk id="7" creationId="{B3624DA4-E1EC-7299-38A3-F1DDD894BFAD}"/>
          </ac:spMkLst>
        </pc:spChg>
        <pc:spChg chg="add mod">
          <ac:chgData name="Richard, Dr Morgiane C" userId="b7f0f3e8-bbd7-4b72-817a-fcc3bbc6a5fd" providerId="ADAL" clId="{F204D117-7105-492C-9EE0-9B3543D1DBE6}" dt="2026-08-26T14:49:57.277" v="919" actId="207"/>
          <ac:spMkLst>
            <pc:docMk/>
            <pc:sldMk cId="572533018" sldId="268"/>
            <ac:spMk id="7" creationId="{C38012C3-4D2F-6A36-5D2F-EBFEF9999DCF}"/>
          </ac:spMkLst>
        </pc:spChg>
        <pc:picChg chg="del mod">
          <ac:chgData name="Richard, Dr Morgiane C" userId="b7f0f3e8-bbd7-4b72-817a-fcc3bbc6a5fd" providerId="ADAL" clId="{F204D117-7105-492C-9EE0-9B3543D1DBE6}" dt="2026-08-26T14:30:14.827" v="722" actId="478"/>
          <ac:picMkLst>
            <pc:docMk/>
            <pc:sldMk cId="572533018" sldId="268"/>
            <ac:picMk id="4" creationId="{6470EB63-5555-6D74-9DA9-B9FF0FA6312D}"/>
          </ac:picMkLst>
        </pc:picChg>
        <pc:picChg chg="mod">
          <ac:chgData name="Richard, Dr Morgiane C" userId="b7f0f3e8-bbd7-4b72-817a-fcc3bbc6a5fd" providerId="ADAL" clId="{F204D117-7105-492C-9EE0-9B3543D1DBE6}" dt="2026-08-26T14:47:47.721" v="803" actId="1035"/>
          <ac:picMkLst>
            <pc:docMk/>
            <pc:sldMk cId="572533018" sldId="268"/>
            <ac:picMk id="5" creationId="{2A64A183-ACBD-6346-DDFD-82E1761F67EB}"/>
          </ac:picMkLst>
        </pc:picChg>
        <pc:picChg chg="add mod">
          <ac:chgData name="Richard, Dr Morgiane C" userId="b7f0f3e8-bbd7-4b72-817a-fcc3bbc6a5fd" providerId="ADAL" clId="{F204D117-7105-492C-9EE0-9B3543D1DBE6}" dt="2026-08-26T14:47:47.721" v="803" actId="1035"/>
          <ac:picMkLst>
            <pc:docMk/>
            <pc:sldMk cId="572533018" sldId="268"/>
            <ac:picMk id="6" creationId="{F06965BD-8299-B820-A546-C6B3D17B7A26}"/>
          </ac:picMkLst>
        </pc:picChg>
      </pc:sldChg>
      <pc:sldChg chg="del">
        <pc:chgData name="Richard, Dr Morgiane C" userId="b7f0f3e8-bbd7-4b72-817a-fcc3bbc6a5fd" providerId="ADAL" clId="{F204D117-7105-492C-9EE0-9B3543D1DBE6}" dt="2026-08-26T14:15:09.424" v="54" actId="47"/>
        <pc:sldMkLst>
          <pc:docMk/>
          <pc:sldMk cId="2117665481" sldId="268"/>
        </pc:sldMkLst>
      </pc:sldChg>
      <pc:sldChg chg="del">
        <pc:chgData name="Richard, Dr Morgiane C" userId="b7f0f3e8-bbd7-4b72-817a-fcc3bbc6a5fd" providerId="ADAL" clId="{F204D117-7105-492C-9EE0-9B3543D1DBE6}" dt="2026-08-26T14:15:10.160" v="55" actId="47"/>
        <pc:sldMkLst>
          <pc:docMk/>
          <pc:sldMk cId="938837217" sldId="269"/>
        </pc:sldMkLst>
      </pc:sldChg>
      <pc:sldChg chg="del">
        <pc:chgData name="Richard, Dr Morgiane C" userId="b7f0f3e8-bbd7-4b72-817a-fcc3bbc6a5fd" providerId="ADAL" clId="{F204D117-7105-492C-9EE0-9B3543D1DBE6}" dt="2026-08-26T14:15:10.510" v="56" actId="47"/>
        <pc:sldMkLst>
          <pc:docMk/>
          <pc:sldMk cId="3499936345" sldId="270"/>
        </pc:sldMkLst>
      </pc:sldChg>
      <pc:sldChg chg="del">
        <pc:chgData name="Richard, Dr Morgiane C" userId="b7f0f3e8-bbd7-4b72-817a-fcc3bbc6a5fd" providerId="ADAL" clId="{F204D117-7105-492C-9EE0-9B3543D1DBE6}" dt="2026-08-26T14:15:11.120" v="57" actId="47"/>
        <pc:sldMkLst>
          <pc:docMk/>
          <pc:sldMk cId="2064832360" sldId="271"/>
        </pc:sldMkLst>
      </pc:sldChg>
      <pc:sldChg chg="del">
        <pc:chgData name="Richard, Dr Morgiane C" userId="b7f0f3e8-bbd7-4b72-817a-fcc3bbc6a5fd" providerId="ADAL" clId="{F204D117-7105-492C-9EE0-9B3543D1DBE6}" dt="2026-08-26T14:15:11.709" v="58" actId="47"/>
        <pc:sldMkLst>
          <pc:docMk/>
          <pc:sldMk cId="1281834494" sldId="272"/>
        </pc:sldMkLst>
      </pc:sldChg>
      <pc:sldChg chg="del">
        <pc:chgData name="Richard, Dr Morgiane C" userId="b7f0f3e8-bbd7-4b72-817a-fcc3bbc6a5fd" providerId="ADAL" clId="{F204D117-7105-492C-9EE0-9B3543D1DBE6}" dt="2026-08-26T14:15:12.198" v="59" actId="47"/>
        <pc:sldMkLst>
          <pc:docMk/>
          <pc:sldMk cId="4133243598" sldId="273"/>
        </pc:sldMkLst>
      </pc:sldChg>
      <pc:sldChg chg="addSp modSp add mod modClrScheme chgLayout modNotesTx">
        <pc:chgData name="Richard, Dr Morgiane C" userId="b7f0f3e8-bbd7-4b72-817a-fcc3bbc6a5fd" providerId="ADAL" clId="{F204D117-7105-492C-9EE0-9B3543D1DBE6}" dt="2026-08-27T12:18:32.177" v="1578" actId="1076"/>
        <pc:sldMkLst>
          <pc:docMk/>
          <pc:sldMk cId="3050532049" sldId="282"/>
        </pc:sldMkLst>
        <pc:spChg chg="mod ord">
          <ac:chgData name="Richard, Dr Morgiane C" userId="b7f0f3e8-bbd7-4b72-817a-fcc3bbc6a5fd" providerId="ADAL" clId="{F204D117-7105-492C-9EE0-9B3543D1DBE6}" dt="2026-08-26T14:27:23.044" v="560" actId="700"/>
          <ac:spMkLst>
            <pc:docMk/>
            <pc:sldMk cId="3050532049" sldId="282"/>
            <ac:spMk id="2" creationId="{EBE97B5B-FA11-401B-234A-3D7471E66239}"/>
          </ac:spMkLst>
        </pc:spChg>
        <pc:spChg chg="mod ord">
          <ac:chgData name="Richard, Dr Morgiane C" userId="b7f0f3e8-bbd7-4b72-817a-fcc3bbc6a5fd" providerId="ADAL" clId="{F204D117-7105-492C-9EE0-9B3543D1DBE6}" dt="2026-08-27T12:18:32.177" v="1578" actId="1076"/>
          <ac:spMkLst>
            <pc:docMk/>
            <pc:sldMk cId="3050532049" sldId="282"/>
            <ac:spMk id="3" creationId="{BBE8D438-395D-4A86-1B16-5B3D40EC820E}"/>
          </ac:spMkLst>
        </pc:spChg>
        <pc:spChg chg="add mod">
          <ac:chgData name="Richard, Dr Morgiane C" userId="b7f0f3e8-bbd7-4b72-817a-fcc3bbc6a5fd" providerId="ADAL" clId="{F204D117-7105-492C-9EE0-9B3543D1DBE6}" dt="2026-08-26T14:54:13.786" v="1112" actId="14100"/>
          <ac:spMkLst>
            <pc:docMk/>
            <pc:sldMk cId="3050532049" sldId="282"/>
            <ac:spMk id="5" creationId="{C7A77FCC-3BFB-E1A5-5BC6-7EFA36BA2525}"/>
          </ac:spMkLst>
        </pc:spChg>
        <pc:graphicFrameChg chg="mod">
          <ac:chgData name="Richard, Dr Morgiane C" userId="b7f0f3e8-bbd7-4b72-817a-fcc3bbc6a5fd" providerId="ADAL" clId="{F204D117-7105-492C-9EE0-9B3543D1DBE6}" dt="2026-08-26T14:53:54.742" v="1109" actId="1076"/>
          <ac:graphicFrameMkLst>
            <pc:docMk/>
            <pc:sldMk cId="3050532049" sldId="282"/>
            <ac:graphicFrameMk id="8" creationId="{54ABB31E-E45F-78C3-F71E-04B41D6A3EB0}"/>
          </ac:graphicFrameMkLst>
        </pc:graphicFrameChg>
      </pc:sldChg>
      <pc:sldChg chg="addSp modSp add mod modNotesTx">
        <pc:chgData name="Richard, Dr Morgiane C" userId="b7f0f3e8-bbd7-4b72-817a-fcc3bbc6a5fd" providerId="ADAL" clId="{F204D117-7105-492C-9EE0-9B3543D1DBE6}" dt="2026-08-26T14:51:20.704" v="1020" actId="20577"/>
        <pc:sldMkLst>
          <pc:docMk/>
          <pc:sldMk cId="4073742759" sldId="283"/>
        </pc:sldMkLst>
        <pc:spChg chg="mod">
          <ac:chgData name="Richard, Dr Morgiane C" userId="b7f0f3e8-bbd7-4b72-817a-fcc3bbc6a5fd" providerId="ADAL" clId="{F204D117-7105-492C-9EE0-9B3543D1DBE6}" dt="2026-08-26T14:16:55.256" v="91" actId="1076"/>
          <ac:spMkLst>
            <pc:docMk/>
            <pc:sldMk cId="4073742759" sldId="283"/>
            <ac:spMk id="2" creationId="{619244EE-2D16-8F24-FC02-E0DA54DECB81}"/>
          </ac:spMkLst>
        </pc:spChg>
        <pc:spChg chg="mod">
          <ac:chgData name="Richard, Dr Morgiane C" userId="b7f0f3e8-bbd7-4b72-817a-fcc3bbc6a5fd" providerId="ADAL" clId="{F204D117-7105-492C-9EE0-9B3543D1DBE6}" dt="2026-08-26T14:24:55.200" v="525" actId="20577"/>
          <ac:spMkLst>
            <pc:docMk/>
            <pc:sldMk cId="4073742759" sldId="283"/>
            <ac:spMk id="3" creationId="{4547B65F-2B0C-2569-F250-357D6C2C35B8}"/>
          </ac:spMkLst>
        </pc:spChg>
        <pc:spChg chg="add mod">
          <ac:chgData name="Richard, Dr Morgiane C" userId="b7f0f3e8-bbd7-4b72-817a-fcc3bbc6a5fd" providerId="ADAL" clId="{F204D117-7105-492C-9EE0-9B3543D1DBE6}" dt="2026-08-26T14:51:20.704" v="1020" actId="20577"/>
          <ac:spMkLst>
            <pc:docMk/>
            <pc:sldMk cId="4073742759" sldId="283"/>
            <ac:spMk id="5" creationId="{4F900CB6-598F-8124-2BF8-D734FB39AF02}"/>
          </ac:spMkLst>
        </pc:spChg>
        <pc:picChg chg="mod">
          <ac:chgData name="Richard, Dr Morgiane C" userId="b7f0f3e8-bbd7-4b72-817a-fcc3bbc6a5fd" providerId="ADAL" clId="{F204D117-7105-492C-9EE0-9B3543D1DBE6}" dt="2026-08-26T14:50:26.256" v="927" actId="1076"/>
          <ac:picMkLst>
            <pc:docMk/>
            <pc:sldMk cId="4073742759" sldId="283"/>
            <ac:picMk id="8" creationId="{72D268A2-487A-23A5-5620-11AB9FC294AC}"/>
          </ac:picMkLst>
        </pc:picChg>
        <pc:picChg chg="mod">
          <ac:chgData name="Richard, Dr Morgiane C" userId="b7f0f3e8-bbd7-4b72-817a-fcc3bbc6a5fd" providerId="ADAL" clId="{F204D117-7105-492C-9EE0-9B3543D1DBE6}" dt="2026-08-26T14:50:21.987" v="925" actId="1076"/>
          <ac:picMkLst>
            <pc:docMk/>
            <pc:sldMk cId="4073742759" sldId="283"/>
            <ac:picMk id="10" creationId="{C6BE073E-0FAF-3922-37FA-03F13816A710}"/>
          </ac:picMkLst>
        </pc:picChg>
      </pc:sldChg>
      <pc:sldChg chg="addSp delSp modSp new mod">
        <pc:chgData name="Richard, Dr Morgiane C" userId="b7f0f3e8-bbd7-4b72-817a-fcc3bbc6a5fd" providerId="ADAL" clId="{F204D117-7105-492C-9EE0-9B3543D1DBE6}" dt="2026-08-26T14:29:31.816" v="718" actId="113"/>
        <pc:sldMkLst>
          <pc:docMk/>
          <pc:sldMk cId="3600167598" sldId="284"/>
        </pc:sldMkLst>
        <pc:spChg chg="del mod">
          <ac:chgData name="Richard, Dr Morgiane C" userId="b7f0f3e8-bbd7-4b72-817a-fcc3bbc6a5fd" providerId="ADAL" clId="{F204D117-7105-492C-9EE0-9B3543D1DBE6}" dt="2026-08-26T14:28:19.027" v="578" actId="478"/>
          <ac:spMkLst>
            <pc:docMk/>
            <pc:sldMk cId="3600167598" sldId="284"/>
            <ac:spMk id="2" creationId="{44787DDC-5F18-98F0-3865-CE0E8E8BEDCF}"/>
          </ac:spMkLst>
        </pc:spChg>
        <pc:spChg chg="mod">
          <ac:chgData name="Richard, Dr Morgiane C" userId="b7f0f3e8-bbd7-4b72-817a-fcc3bbc6a5fd" providerId="ADAL" clId="{F204D117-7105-492C-9EE0-9B3543D1DBE6}" dt="2026-08-26T14:29:31.816" v="718" actId="113"/>
          <ac:spMkLst>
            <pc:docMk/>
            <pc:sldMk cId="3600167598" sldId="284"/>
            <ac:spMk id="3" creationId="{602B4C11-A60B-AA00-3A55-7D5B3CEBC319}"/>
          </ac:spMkLst>
        </pc:spChg>
        <pc:spChg chg="add del mod">
          <ac:chgData name="Richard, Dr Morgiane C" userId="b7f0f3e8-bbd7-4b72-817a-fcc3bbc6a5fd" providerId="ADAL" clId="{F204D117-7105-492C-9EE0-9B3543D1DBE6}" dt="2026-08-26T14:29:11.370" v="710" actId="478"/>
          <ac:spMkLst>
            <pc:docMk/>
            <pc:sldMk cId="3600167598" sldId="284"/>
            <ac:spMk id="5" creationId="{2157D749-0B62-15B9-B5DF-6380EEEA3E46}"/>
          </ac:spMkLst>
        </pc:spChg>
      </pc:sldChg>
      <pc:sldChg chg="new del">
        <pc:chgData name="Richard, Dr Morgiane C" userId="b7f0f3e8-bbd7-4b72-817a-fcc3bbc6a5fd" providerId="ADAL" clId="{F204D117-7105-492C-9EE0-9B3543D1DBE6}" dt="2026-08-26T14:45:56.557" v="740" actId="47"/>
        <pc:sldMkLst>
          <pc:docMk/>
          <pc:sldMk cId="327118322" sldId="285"/>
        </pc:sldMkLst>
      </pc:sldChg>
      <pc:sldChg chg="modSp new mod">
        <pc:chgData name="Richard, Dr Morgiane C" userId="b7f0f3e8-bbd7-4b72-817a-fcc3bbc6a5fd" providerId="ADAL" clId="{F204D117-7105-492C-9EE0-9B3543D1DBE6}" dt="2026-08-26T15:30:20.185" v="1567" actId="20577"/>
        <pc:sldMkLst>
          <pc:docMk/>
          <pc:sldMk cId="3529953549" sldId="285"/>
        </pc:sldMkLst>
        <pc:spChg chg="mod">
          <ac:chgData name="Richard, Dr Morgiane C" userId="b7f0f3e8-bbd7-4b72-817a-fcc3bbc6a5fd" providerId="ADAL" clId="{F204D117-7105-492C-9EE0-9B3543D1DBE6}" dt="2026-08-26T15:27:11.599" v="1146" actId="20577"/>
          <ac:spMkLst>
            <pc:docMk/>
            <pc:sldMk cId="3529953549" sldId="285"/>
            <ac:spMk id="2" creationId="{1B820F13-A48E-D8FA-5357-60DC56CAA1D5}"/>
          </ac:spMkLst>
        </pc:spChg>
        <pc:spChg chg="mod">
          <ac:chgData name="Richard, Dr Morgiane C" userId="b7f0f3e8-bbd7-4b72-817a-fcc3bbc6a5fd" providerId="ADAL" clId="{F204D117-7105-492C-9EE0-9B3543D1DBE6}" dt="2026-08-26T15:30:20.185" v="1567" actId="20577"/>
          <ac:spMkLst>
            <pc:docMk/>
            <pc:sldMk cId="3529953549" sldId="285"/>
            <ac:spMk id="3" creationId="{50361311-9CDA-FAEE-4289-832A8D579029}"/>
          </ac:spMkLst>
        </pc:spChg>
      </pc:sldChg>
      <pc:sldMasterChg chg="delSldLayout">
        <pc:chgData name="Richard, Dr Morgiane C" userId="b7f0f3e8-bbd7-4b72-817a-fcc3bbc6a5fd" providerId="ADAL" clId="{F204D117-7105-492C-9EE0-9B3543D1DBE6}" dt="2026-08-26T14:15:06.850" v="48" actId="47"/>
        <pc:sldMasterMkLst>
          <pc:docMk/>
          <pc:sldMasterMk cId="0" sldId="2147483672"/>
        </pc:sldMasterMkLst>
        <pc:sldLayoutChg chg="del">
          <pc:chgData name="Richard, Dr Morgiane C" userId="b7f0f3e8-bbd7-4b72-817a-fcc3bbc6a5fd" providerId="ADAL" clId="{F204D117-7105-492C-9EE0-9B3543D1DBE6}" dt="2026-08-26T14:15:06.850" v="48" actId="47"/>
          <pc:sldLayoutMkLst>
            <pc:docMk/>
            <pc:sldMasterMk cId="0" sldId="2147483672"/>
            <pc:sldLayoutMk cId="1490801853" sldId="2147483720"/>
          </pc:sldLayoutMkLst>
        </pc:sldLayoutChg>
      </pc:sldMasterChg>
    </pc:docChg>
  </pc:docChgLst>
  <pc:docChgLst>
    <pc:chgData name="Forero, Laura" userId="S::s02lf1@abdn.ac.uk::66ab10cb-7896-4de6-8cbc-48fdb4995c66" providerId="AD" clId="Web-{CE410421-1537-8C36-EFFA-FAC310FEC65A}"/>
    <pc:docChg chg="modSld">
      <pc:chgData name="Forero, Laura" userId="S::s02lf1@abdn.ac.uk::66ab10cb-7896-4de6-8cbc-48fdb4995c66" providerId="AD" clId="Web-{CE410421-1537-8C36-EFFA-FAC310FEC65A}" dt="2026-08-27T10:58:32.235" v="11" actId="20577"/>
      <pc:docMkLst>
        <pc:docMk/>
      </pc:docMkLst>
      <pc:sldChg chg="modSp">
        <pc:chgData name="Forero, Laura" userId="S::s02lf1@abdn.ac.uk::66ab10cb-7896-4de6-8cbc-48fdb4995c66" providerId="AD" clId="Web-{CE410421-1537-8C36-EFFA-FAC310FEC65A}" dt="2026-08-27T10:58:32.235" v="11" actId="20577"/>
        <pc:sldMkLst>
          <pc:docMk/>
          <pc:sldMk cId="572533018" sldId="268"/>
        </pc:sldMkLst>
        <pc:spChg chg="mod">
          <ac:chgData name="Forero, Laura" userId="S::s02lf1@abdn.ac.uk::66ab10cb-7896-4de6-8cbc-48fdb4995c66" providerId="AD" clId="Web-{CE410421-1537-8C36-EFFA-FAC310FEC65A}" dt="2026-08-27T10:58:32.235" v="11" actId="20577"/>
          <ac:spMkLst>
            <pc:docMk/>
            <pc:sldMk cId="572533018" sldId="268"/>
            <ac:spMk id="3" creationId="{23323E47-6288-0E4F-D90B-8872A9724D30}"/>
          </ac:spMkLst>
        </pc:spChg>
      </pc:sldChg>
      <pc:sldChg chg="modSp">
        <pc:chgData name="Forero, Laura" userId="S::s02lf1@abdn.ac.uk::66ab10cb-7896-4de6-8cbc-48fdb4995c66" providerId="AD" clId="Web-{CE410421-1537-8C36-EFFA-FAC310FEC65A}" dt="2026-08-27T10:33:43.227" v="0" actId="20577"/>
        <pc:sldMkLst>
          <pc:docMk/>
          <pc:sldMk cId="4073742759" sldId="283"/>
        </pc:sldMkLst>
        <pc:spChg chg="mod">
          <ac:chgData name="Forero, Laura" userId="S::s02lf1@abdn.ac.uk::66ab10cb-7896-4de6-8cbc-48fdb4995c66" providerId="AD" clId="Web-{CE410421-1537-8C36-EFFA-FAC310FEC65A}" dt="2026-08-27T10:33:43.227" v="0" actId="20577"/>
          <ac:spMkLst>
            <pc:docMk/>
            <pc:sldMk cId="4073742759" sldId="283"/>
            <ac:spMk id="3" creationId="{4547B65F-2B0C-2569-F250-357D6C2C35B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78BF24-5BA6-B7D1-26C9-7D87329896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5A70A-0C88-0F8C-1D6E-19AFAB4AA1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773A4-F3EE-F7FC-62EF-50C6233AB7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B2B61-BD12-4A34-B14A-55D3490FD3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60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4572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C2BD-FA9B-AADA-D748-A22F7629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493FA-D6FC-5688-B807-BFAD55232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CA5A3-4480-333C-C059-A9392849B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5568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1CAAB-A546-201C-D288-B024CE0B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85866-D7E4-2A36-A993-BD2E41724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CC3FC-0771-238F-7ED1-CC4FCF54A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798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A81423-59AF-2674-C41D-3F51C1DC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00" y="1389600"/>
            <a:ext cx="4791600" cy="1324800"/>
          </a:xfrm>
          <a:prstGeom prst="rect">
            <a:avLst/>
          </a:prstGeom>
        </p:spPr>
        <p:txBody>
          <a:bodyPr/>
          <a:lstStyle>
            <a:lvl1pPr>
              <a:lnSpc>
                <a:spcPts val="5100"/>
              </a:lnSpc>
              <a:defRPr sz="5000" b="1">
                <a:solidFill>
                  <a:schemeClr val="bg1"/>
                </a:solidFill>
              </a:defRPr>
            </a:lvl1pPr>
          </a:lstStyle>
          <a:p>
            <a:pPr>
              <a:lnSpc>
                <a:spcPts val="5100"/>
              </a:lnSpc>
            </a:pPr>
            <a:r>
              <a:rPr lang="en-US" sz="5000" b="1">
                <a:solidFill>
                  <a:schemeClr val="bg1"/>
                </a:solidFill>
              </a:rPr>
              <a:t>Click to edit Master title style</a:t>
            </a:r>
            <a:endParaRPr lang="en-US" sz="50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Aurora borealis">
            <a:extLst>
              <a:ext uri="{FF2B5EF4-FFF2-40B4-BE49-F238E27FC236}">
                <a16:creationId xmlns:a16="http://schemas.microsoft.com/office/drawing/2014/main" id="{D8998E38-7B7F-0C9A-943A-08547EF31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1" y="565830"/>
            <a:ext cx="4328748" cy="402794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BCCC13-4C68-6286-F64C-F4D4357D5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115" y="566662"/>
            <a:ext cx="3731075" cy="1700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6FC2EE-D53C-5439-FD07-9FDDDC09F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89898" y="565341"/>
            <a:ext cx="2206943" cy="12863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AAACDE-B985-A500-ACB0-16600B9CC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52557" y="3148164"/>
            <a:ext cx="2737341" cy="1444877"/>
          </a:xfrm>
          <a:prstGeom prst="rect">
            <a:avLst/>
          </a:prstGeom>
        </p:spPr>
      </p:pic>
      <p:pic>
        <p:nvPicPr>
          <p:cNvPr id="8" name="Logo" descr="University of Aberdeen Logo">
            <a:extLst>
              <a:ext uri="{FF2B5EF4-FFF2-40B4-BE49-F238E27FC236}">
                <a16:creationId xmlns:a16="http://schemas.microsoft.com/office/drawing/2014/main" id="{3F8FD775-1144-CC55-9A99-E37EA2E49C5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black">
          <a:xfrm>
            <a:off x="327214" y="2961389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4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1B14EB-7D34-8496-1EAA-B0159688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99" y="1990801"/>
            <a:ext cx="7914151" cy="58095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F1188-2F61-4858-3CD4-1D19B1E9C8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2" y="2587625"/>
            <a:ext cx="7914151" cy="58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Logo" descr="University of Aberdeen Logo">
            <a:extLst>
              <a:ext uri="{FF2B5EF4-FFF2-40B4-BE49-F238E27FC236}">
                <a16:creationId xmlns:a16="http://schemas.microsoft.com/office/drawing/2014/main" id="{3B9750A3-7868-B903-3FEE-B1A3DD136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66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rgbClr val="142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urora borealis">
            <a:extLst>
              <a:ext uri="{FF2B5EF4-FFF2-40B4-BE49-F238E27FC236}">
                <a16:creationId xmlns:a16="http://schemas.microsoft.com/office/drawing/2014/main" id="{0593E3A0-8B56-75EA-0977-489E6C6493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3531" y="551536"/>
            <a:ext cx="6041821" cy="40387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E66E4E-0F64-548B-F015-948E9F483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white">
          <a:xfrm>
            <a:off x="547040" y="2810811"/>
            <a:ext cx="4017612" cy="17801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52FFD0-5FE7-B029-DEE6-3E43C5984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4619" y="551870"/>
            <a:ext cx="6005080" cy="17070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4402366-0A88-26FA-724E-82A3823B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400" y="1386000"/>
            <a:ext cx="4791600" cy="2016000"/>
          </a:xfrm>
          <a:prstGeom prst="rect">
            <a:avLst/>
          </a:prstGeom>
        </p:spPr>
        <p:txBody>
          <a:bodyPr/>
          <a:lstStyle>
            <a:lvl1pPr algn="r">
              <a:lnSpc>
                <a:spcPts val="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5" name="Logo" descr="University of Aberdeen Logo">
            <a:extLst>
              <a:ext uri="{FF2B5EF4-FFF2-40B4-BE49-F238E27FC236}">
                <a16:creationId xmlns:a16="http://schemas.microsoft.com/office/drawing/2014/main" id="{57E68C1D-C6A2-562D-36F3-D4358261D44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80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ext 6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AD86FC1-A343-0345-EF49-28ACC3EF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18D4E3-F550-7DFA-7571-EABD5995A56A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1AAC645-401E-7009-8C0D-23D7D79235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0" y="1836000"/>
            <a:ext cx="8459788" cy="249946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357188" indent="-177800">
              <a:buClr>
                <a:schemeClr val="bg1"/>
              </a:buClr>
              <a:buFont typeface="Arial" panose="020B0604020202020204" pitchFamily="34" charset="0"/>
              <a:buChar char="̶"/>
              <a:defRPr/>
            </a:lvl2pPr>
            <a:lvl3pPr marL="538163" indent="-180975">
              <a:buFont typeface="Wingdings" panose="05000000000000000000" pitchFamily="2" charset="2"/>
              <a:buChar char="§"/>
              <a:tabLst/>
              <a:defRPr/>
            </a:lvl3pPr>
            <a:lvl4pPr marL="717550" indent="-182563">
              <a:buClr>
                <a:schemeClr val="bg1"/>
              </a:buClr>
              <a:buFont typeface="Arial" panose="020B0604020202020204" pitchFamily="34" charset="0"/>
              <a:buChar char="•"/>
              <a:defRPr sz="1400"/>
            </a:lvl4pPr>
            <a:lvl5pPr marL="896938" indent="-174625">
              <a:buFont typeface="Arial" panose="020B0604020202020204" pitchFamily="34" charset="0"/>
              <a:buChar char="̵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780CDC9B-EB6D-C9B3-034D-208F141EB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43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ext 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444CFB-1080-57CE-5FA1-6EEF2C5BB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7697" y="-801"/>
            <a:ext cx="3859102" cy="17070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E2E7D7-7731-E886-16C1-EDF529C97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88E5133-98E3-CBF4-0882-907280A35E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6700" y="1836738"/>
            <a:ext cx="8459788" cy="2498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358775" indent="-182563">
              <a:buClr>
                <a:schemeClr val="bg1"/>
              </a:buClr>
              <a:buFont typeface="Arial" panose="020B0604020202020204" pitchFamily="34" charset="0"/>
              <a:buChar char="̶"/>
              <a:defRPr/>
            </a:lvl2pPr>
            <a:lvl3pPr marL="541338" indent="-174625">
              <a:buFont typeface="Wingdings" panose="05000000000000000000" pitchFamily="2" charset="2"/>
              <a:buChar char="§"/>
              <a:defRPr sz="1400"/>
            </a:lvl3pPr>
            <a:lvl4pPr marL="715963" indent="-176213">
              <a:buClr>
                <a:schemeClr val="bg1"/>
              </a:buClr>
              <a:buFont typeface="Arial" panose="020B0604020202020204" pitchFamily="34" charset="0"/>
              <a:buChar char="•"/>
              <a:defRPr sz="1400"/>
            </a:lvl4pPr>
            <a:lvl5pPr marL="898525" indent="-174625">
              <a:buFont typeface="Arial" panose="020B0604020202020204" pitchFamily="34" charset="0"/>
              <a:buChar char="̵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99D3C246-56E9-FF4D-E6E9-E324FFBEE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8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, sub,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051971F-2BA7-CA3C-16A0-A86A8CE5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263600"/>
            <a:ext cx="3110400" cy="817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BCB3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713DE3-3428-0646-43D0-8154932D7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176463"/>
            <a:ext cx="3108325" cy="1376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F9C37C9-EB7B-4D4C-3A41-0B23191604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9513" y="1263600"/>
            <a:ext cx="4276725" cy="3435350"/>
          </a:xfrm>
        </p:spPr>
        <p:txBody>
          <a:bodyPr/>
          <a:lstStyle>
            <a:lvl1pPr marL="0" indent="0">
              <a:buClr>
                <a:schemeClr val="accent1"/>
              </a:buClr>
              <a:buFont typeface="Arial" panose="020B0604020202020204" pitchFamily="34" charset="0"/>
              <a:buNone/>
              <a:defRPr/>
            </a:lvl1pPr>
            <a:lvl2pPr marL="357188" indent="-177800">
              <a:buClr>
                <a:schemeClr val="accent1"/>
              </a:buClr>
              <a:buFont typeface="Arial" panose="020B0604020202020204" pitchFamily="34" charset="0"/>
              <a:buChar char="̶"/>
              <a:defRPr/>
            </a:lvl2pPr>
            <a:lvl3pPr marL="538163" indent="-180975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3pPr>
            <a:lvl4pPr marL="717550" indent="-179388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896938" indent="-179388">
              <a:buClr>
                <a:schemeClr val="accent1"/>
              </a:buClr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FF98C5A-1734-213C-CE2B-C3B946568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09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, sub,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051971F-2BA7-CA3C-16A0-A86A8CE5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263600"/>
            <a:ext cx="3110400" cy="817200"/>
          </a:xfrm>
          <a:prstGeom prst="rect">
            <a:avLst/>
          </a:prstGeom>
        </p:spPr>
        <p:txBody>
          <a:bodyPr/>
          <a:lstStyle>
            <a:lvl1pPr>
              <a:defRPr lang="en-GB" sz="2400" b="0" i="0" u="none" strike="noStrike" cap="none" dirty="0">
                <a:solidFill>
                  <a:srgbClr val="F261B4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  <a:sym typeface="Montserra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713DE3-3428-0646-43D0-8154932D7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176463"/>
            <a:ext cx="3108325" cy="1376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1881E-1CD9-81E9-E8FA-7916DE9ECD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9513" y="1263650"/>
            <a:ext cx="4276725" cy="3435350"/>
          </a:xfrm>
        </p:spPr>
        <p:txBody>
          <a:bodyPr/>
          <a:lstStyle>
            <a:lvl1pPr marL="0" indent="0">
              <a:buClr>
                <a:schemeClr val="accent2"/>
              </a:buClr>
              <a:buFont typeface="Arial" panose="020B0604020202020204" pitchFamily="34" charset="0"/>
              <a:buNone/>
              <a:defRPr/>
            </a:lvl1pPr>
            <a:lvl2pPr marL="357188" indent="-177800">
              <a:buClr>
                <a:schemeClr val="accent2"/>
              </a:buClr>
              <a:defRPr/>
            </a:lvl2pPr>
            <a:lvl3pPr marL="538163" indent="-180975">
              <a:buClr>
                <a:schemeClr val="accent2"/>
              </a:buClr>
              <a:defRPr/>
            </a:lvl3pPr>
            <a:lvl4pPr marL="717550" indent="-182563">
              <a:buClr>
                <a:schemeClr val="accent2"/>
              </a:buClr>
              <a:defRPr/>
            </a:lvl4pPr>
            <a:lvl5pPr marL="896938" indent="-176213">
              <a:buClr>
                <a:schemeClr val="accent2"/>
              </a:buClr>
              <a:tabLst/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05CE6B-E97A-78A3-BBC0-DED377FF6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846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 title, sub,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051971F-2BA7-CA3C-16A0-A86A8CE5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263600"/>
            <a:ext cx="3110400" cy="817200"/>
          </a:xfrm>
          <a:prstGeom prst="rect">
            <a:avLst/>
          </a:prstGeom>
        </p:spPr>
        <p:txBody>
          <a:bodyPr/>
          <a:lstStyle>
            <a:lvl1pPr>
              <a:defRPr lang="en-GB" sz="2400" b="0" i="0" u="none" strike="noStrike" cap="none" dirty="0">
                <a:solidFill>
                  <a:srgbClr val="75E0AA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  <a:sym typeface="Montserra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713DE3-3428-0646-43D0-8154932D7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176463"/>
            <a:ext cx="3108325" cy="1376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64ED18-BDB0-0366-1581-5BFF03EEB5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9513" y="1263650"/>
            <a:ext cx="4276725" cy="343535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/>
            </a:lvl1pPr>
            <a:lvl2pPr marL="357188" indent="-182563">
              <a:buClr>
                <a:schemeClr val="accent3"/>
              </a:buClr>
              <a:defRPr/>
            </a:lvl2pPr>
            <a:lvl3pPr marL="538163" indent="-180975">
              <a:buClr>
                <a:schemeClr val="accent3"/>
              </a:buClr>
              <a:defRPr/>
            </a:lvl3pPr>
            <a:lvl4pPr marL="717550" indent="-182563">
              <a:buClr>
                <a:schemeClr val="accent3"/>
              </a:buClr>
              <a:buFont typeface="Arial" panose="020B0604020202020204" pitchFamily="34" charset="0"/>
              <a:buChar char="•"/>
              <a:defRPr/>
            </a:lvl4pPr>
            <a:lvl5pPr marL="896938" indent="-176213">
              <a:buClr>
                <a:schemeClr val="accent3"/>
              </a:buClr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A8652298-1AF3-DB25-1733-23E67FCC5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4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, sub, 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051971F-2BA7-CA3C-16A0-A86A8CE5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263600"/>
            <a:ext cx="3110400" cy="817200"/>
          </a:xfrm>
          <a:prstGeom prst="rect">
            <a:avLst/>
          </a:prstGeom>
        </p:spPr>
        <p:txBody>
          <a:bodyPr/>
          <a:lstStyle>
            <a:lvl1pPr>
              <a:defRPr lang="en-GB" sz="2400" b="0" i="0" u="none" strike="noStrike" cap="none" dirty="0">
                <a:solidFill>
                  <a:srgbClr val="FF8048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  <a:sym typeface="Montserra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713DE3-3428-0646-43D0-8154932D7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176463"/>
            <a:ext cx="3108325" cy="1376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47FD8F-E1C6-A81B-5455-444DF6D941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9513" y="1263650"/>
            <a:ext cx="4276725" cy="3435350"/>
          </a:xfrm>
        </p:spPr>
        <p:txBody>
          <a:bodyPr/>
          <a:lstStyle>
            <a:lvl1pPr marL="0" indent="0">
              <a:buClr>
                <a:schemeClr val="accent4"/>
              </a:buClr>
              <a:buFont typeface="Arial" panose="020B0604020202020204" pitchFamily="34" charset="0"/>
              <a:buNone/>
              <a:defRPr/>
            </a:lvl1pPr>
            <a:lvl2pPr marL="357188" indent="-182563">
              <a:buClr>
                <a:schemeClr val="accent4"/>
              </a:buClr>
              <a:defRPr/>
            </a:lvl2pPr>
            <a:lvl3pPr marL="538163" indent="-174625">
              <a:buClr>
                <a:schemeClr val="accent4"/>
              </a:buClr>
              <a:defRPr/>
            </a:lvl3pPr>
            <a:lvl4pPr marL="717550" indent="-192088">
              <a:buClr>
                <a:schemeClr val="accent4"/>
              </a:buClr>
              <a:buFont typeface="Arial" panose="020B0604020202020204" pitchFamily="34" charset="0"/>
              <a:buChar char="•"/>
              <a:defRPr/>
            </a:lvl4pPr>
            <a:lvl5pPr marL="896938" indent="-176213">
              <a:buClr>
                <a:schemeClr val="accent4"/>
              </a:buClr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6C0C311-DAB9-0285-4446-A40DAF5A0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5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 on green, title, sub, text 5">
    <p:bg>
      <p:bgPr>
        <a:solidFill>
          <a:srgbClr val="0E4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1447C827-78C2-899F-482F-9843FCB79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263600"/>
            <a:ext cx="3110400" cy="817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75E0A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3E6456A6-F2E3-A7F0-6F11-499BE07788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176463"/>
            <a:ext cx="3108325" cy="1376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E16FB1-A22D-1F18-CDDF-F3D88A3E8B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9513" y="1263650"/>
            <a:ext cx="4276725" cy="3435350"/>
          </a:xfrm>
        </p:spPr>
        <p:txBody>
          <a:bodyPr/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/>
            </a:lvl1pPr>
            <a:lvl2pPr marL="357188" indent="-182563">
              <a:buClr>
                <a:schemeClr val="accent3"/>
              </a:buClr>
              <a:defRPr/>
            </a:lvl2pPr>
            <a:lvl3pPr marL="538163" indent="-174625">
              <a:buClr>
                <a:schemeClr val="accent3"/>
              </a:buClr>
              <a:defRPr/>
            </a:lvl3pPr>
            <a:lvl4pPr marL="717550" indent="-182563">
              <a:buClr>
                <a:schemeClr val="accent3"/>
              </a:buClr>
              <a:buFont typeface="Arial" panose="020B0604020202020204" pitchFamily="34" charset="0"/>
              <a:buChar char="•"/>
              <a:defRPr/>
            </a:lvl4pPr>
            <a:lvl5pPr marL="896938" indent="-176213">
              <a:buClr>
                <a:schemeClr val="accent3"/>
              </a:buClr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2EB6A19E-A28F-00E4-7C51-2170BBA9B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0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on dark, title, sub, text">
    <p:bg>
      <p:bgPr>
        <a:solidFill>
          <a:srgbClr val="142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3">
            <a:extLst>
              <a:ext uri="{FF2B5EF4-FFF2-40B4-BE49-F238E27FC236}">
                <a16:creationId xmlns:a16="http://schemas.microsoft.com/office/drawing/2014/main" id="{C7845207-2B78-60D5-BAFA-7B9DB6404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263600"/>
            <a:ext cx="3110400" cy="817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GB" sz="2400" b="0" i="0" u="none" strike="noStrike" cap="none" dirty="0">
                <a:solidFill>
                  <a:srgbClr val="00CCCF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  <a:sym typeface="Montserra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4487EA1-F103-7F47-C788-503F1C33C3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338" y="2176463"/>
            <a:ext cx="3108325" cy="1376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426AA1-808D-3E4A-0A09-D5BFBC6B68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9513" y="1263650"/>
            <a:ext cx="4276725" cy="3435350"/>
          </a:xfrm>
        </p:spPr>
        <p:txBody>
          <a:bodyPr/>
          <a:lstStyle>
            <a:lvl1pPr marL="0" indent="0">
              <a:buClr>
                <a:schemeClr val="accent6"/>
              </a:buClr>
              <a:buFont typeface="Arial" panose="020B0604020202020204" pitchFamily="34" charset="0"/>
              <a:buNone/>
              <a:defRPr/>
            </a:lvl1pPr>
            <a:lvl2pPr marL="357188" indent="-182563">
              <a:buClr>
                <a:schemeClr val="accent6"/>
              </a:buClr>
              <a:defRPr/>
            </a:lvl2pPr>
            <a:lvl3pPr marL="538163" indent="-174625">
              <a:buClr>
                <a:schemeClr val="accent6"/>
              </a:buClr>
              <a:defRPr/>
            </a:lvl3pPr>
            <a:lvl4pPr marL="717550" indent="-182563">
              <a:buClr>
                <a:schemeClr val="accent6"/>
              </a:buClr>
              <a:defRPr/>
            </a:lvl4pPr>
            <a:lvl5pPr marL="896938" indent="-176213">
              <a:buClr>
                <a:schemeClr val="accent6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7DDD0D0-08EF-C4FA-27A4-712A30483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0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ext 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2FF85E-867A-B82D-3409-4A0E12BE7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-801"/>
            <a:ext cx="3859102" cy="1707028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616B6948-870D-55A9-BB71-235BACA22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829E21-6B3C-37F9-82D0-1283ED4793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400" y="1836738"/>
            <a:ext cx="8460087" cy="2493962"/>
          </a:xfrm>
        </p:spPr>
        <p:txBody>
          <a:bodyPr/>
          <a:lstStyle>
            <a:lvl1pPr marL="1588" indent="0">
              <a:buFont typeface="Arial" panose="020B0604020202020204" pitchFamily="34" charset="0"/>
              <a:buNone/>
              <a:defRPr/>
            </a:lvl1pPr>
            <a:lvl2pPr marL="357188" indent="-182563">
              <a:defRPr/>
            </a:lvl2pPr>
            <a:lvl3pPr marL="538163" indent="-174625">
              <a:defRPr/>
            </a:lvl3pPr>
            <a:lvl4pPr marL="717550" indent="-180975">
              <a:buFont typeface="Arial" panose="020B0604020202020204" pitchFamily="34" charset="0"/>
              <a:buChar char="•"/>
              <a:defRPr/>
            </a:lvl4pPr>
            <a:lvl5pPr marL="896938" indent="-176213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7BFD23E-A4B4-4AC9-9E48-F6663C789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38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wo columns 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2FF85E-867A-B82D-3409-4A0E12BE7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-801"/>
            <a:ext cx="3859102" cy="1707028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5D99196F-1B8E-66EC-1F93-4D740F24B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C88E11DC-31AF-8FDD-7CCD-FE4CFD5A9D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6700" y="1836738"/>
            <a:ext cx="4198938" cy="249396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57188" indent="-182563">
              <a:buClr>
                <a:schemeClr val="bg1"/>
              </a:buClr>
              <a:buFont typeface="Arial" panose="020B0604020202020204" pitchFamily="34" charset="0"/>
              <a:buChar char="̶"/>
              <a:defRPr sz="1600">
                <a:solidFill>
                  <a:schemeClr val="bg1"/>
                </a:solidFill>
              </a:defRPr>
            </a:lvl2pPr>
            <a:lvl3pPr marL="538163" indent="-182563">
              <a:buClr>
                <a:schemeClr val="bg1"/>
              </a:buClr>
              <a:buFont typeface="Wingdings" panose="05000000000000000000" pitchFamily="2" charset="2"/>
              <a:buChar char="§"/>
              <a:tabLst/>
              <a:defRPr sz="1400">
                <a:solidFill>
                  <a:schemeClr val="bg1"/>
                </a:solidFill>
              </a:defRPr>
            </a:lvl3pPr>
            <a:lvl4pPr marL="717550" indent="-1714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896938" indent="-171450">
              <a:buClr>
                <a:schemeClr val="bg1"/>
              </a:buClr>
              <a:buFont typeface="Arial" panose="020B0604020202020204" pitchFamily="34" charset="0"/>
              <a:buChar char="̵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D7AB2FFB-439C-A351-4515-6C88850909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5962" y="1836738"/>
            <a:ext cx="4198938" cy="249396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57188" indent="-182563">
              <a:buClr>
                <a:schemeClr val="bg1"/>
              </a:buClr>
              <a:buFont typeface="Arial" panose="020B0604020202020204" pitchFamily="34" charset="0"/>
              <a:buChar char="̶"/>
              <a:defRPr sz="1600">
                <a:solidFill>
                  <a:schemeClr val="bg1"/>
                </a:solidFill>
              </a:defRPr>
            </a:lvl2pPr>
            <a:lvl3pPr marL="541338" indent="-182563">
              <a:buClr>
                <a:schemeClr val="bg1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3pPr>
            <a:lvl4pPr marL="715963" indent="-1714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898525" indent="-171450">
              <a:buClr>
                <a:schemeClr val="bg1"/>
              </a:buClr>
              <a:buFont typeface="Arial" panose="020B0604020202020204" pitchFamily="34" charset="0"/>
              <a:buChar char="̵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287950A-7F03-870B-4533-6F6895D4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42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only 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2FF85E-867A-B82D-3409-4A0E12BE7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-801"/>
            <a:ext cx="3859102" cy="1707028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8029B484-0199-0385-5D90-19A2610D7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DB0F3AC-423F-1344-CF44-554BA5445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09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ext 3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83355-53AD-D763-F445-CDB60F00C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-1143"/>
            <a:ext cx="3859102" cy="1700931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029E437F-55BA-E927-76B2-D41CD591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E7EB1F7-D514-87E5-FDD1-38DBE938A1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0" y="1836738"/>
            <a:ext cx="8459788" cy="249396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4pPr marL="898525" indent="-182563">
              <a:buFont typeface="Arial" panose="020B0604020202020204" pitchFamily="34" charset="0"/>
              <a:buChar char="•"/>
              <a:defRPr/>
            </a:lvl4pPr>
            <a:lvl5pPr marL="1074738" indent="-176213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CA915AA7-CD3C-C41E-F17E-48D2AB46B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52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wo columns 3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83355-53AD-D763-F445-CDB60F00C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-1143"/>
            <a:ext cx="3859102" cy="170093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DEDF0E01-BF69-1C21-48AC-9EF45751D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9826F7-493F-7EE7-6A2B-3515499F8E1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6400" y="1836738"/>
            <a:ext cx="4198938" cy="249396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57188" indent="-182563">
              <a:buClr>
                <a:schemeClr val="bg1"/>
              </a:buClr>
              <a:buFont typeface="Arial" panose="020B0604020202020204" pitchFamily="34" charset="0"/>
              <a:buChar char="̶"/>
              <a:defRPr sz="1600">
                <a:solidFill>
                  <a:schemeClr val="bg1"/>
                </a:solidFill>
              </a:defRPr>
            </a:lvl2pPr>
            <a:lvl3pPr marL="541338" indent="-182563">
              <a:buClr>
                <a:schemeClr val="bg1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3pPr>
            <a:lvl4pPr marL="715963" indent="-1714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898525" indent="-171450">
              <a:buClr>
                <a:schemeClr val="bg1"/>
              </a:buClr>
              <a:buFont typeface="Arial" panose="020B0604020202020204" pitchFamily="34" charset="0"/>
              <a:buChar char="̵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C0AC3292-C371-C6A1-F778-78062CFE86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5962" y="1836738"/>
            <a:ext cx="4198938" cy="249396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57188" indent="-182563">
              <a:buClr>
                <a:schemeClr val="bg1"/>
              </a:buClr>
              <a:buFont typeface="Arial" panose="020B0604020202020204" pitchFamily="34" charset="0"/>
              <a:buChar char="̶"/>
              <a:defRPr sz="1600">
                <a:solidFill>
                  <a:schemeClr val="bg1"/>
                </a:solidFill>
              </a:defRPr>
            </a:lvl2pPr>
            <a:lvl3pPr marL="541338" indent="-182563">
              <a:buClr>
                <a:schemeClr val="bg1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3pPr>
            <a:lvl4pPr marL="715963" indent="-1714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898525" indent="-171450">
              <a:buClr>
                <a:schemeClr val="bg1"/>
              </a:buClr>
              <a:buFont typeface="Arial" panose="020B0604020202020204" pitchFamily="34" charset="0"/>
              <a:buChar char="̵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32ACB8A2-B5E4-0DC3-D577-C0B265920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237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only 3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83355-53AD-D763-F445-CDB60F00C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-1143"/>
            <a:ext cx="3859102" cy="1700931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06DF9D07-1CB9-F9D2-021E-E947B9CB2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36638EFC-7933-191A-E24C-916EA37E5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12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ext 4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9B4A7B-EB60-73BE-A7F6-1EE500CD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-1143"/>
            <a:ext cx="3859102" cy="1700931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466E073-5B03-49FC-99D2-2EA2EAC47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3E31725-4EED-2ADE-920B-473753605C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0" y="1836738"/>
            <a:ext cx="8459788" cy="249396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357188" indent="-182563">
              <a:defRPr/>
            </a:lvl2pPr>
            <a:lvl3pPr marL="538163" indent="-174625">
              <a:defRPr/>
            </a:lvl3pPr>
            <a:lvl4pPr marL="717550" indent="-179388">
              <a:buFont typeface="Arial" panose="020B0604020202020204" pitchFamily="34" charset="0"/>
              <a:buChar char="•"/>
              <a:defRPr/>
            </a:lvl4pPr>
            <a:lvl5pPr marL="896938" indent="-176213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86BCEDD-66B7-2373-DA08-F1A9C8E9C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76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wo columns 4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9B4A7B-EB60-73BE-A7F6-1EE500CD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-1143"/>
            <a:ext cx="3859102" cy="170093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4409D21-6FFB-E1F0-3D42-7EF9D5BC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DEA31DF9-7DF7-5668-93E3-02740071EE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6700" y="1836738"/>
            <a:ext cx="4198938" cy="249396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57188" indent="-182563">
              <a:buClr>
                <a:schemeClr val="bg1"/>
              </a:buClr>
              <a:buFont typeface="Arial" panose="020B0604020202020204" pitchFamily="34" charset="0"/>
              <a:buChar char="̶"/>
              <a:defRPr sz="1600">
                <a:solidFill>
                  <a:schemeClr val="bg1"/>
                </a:solidFill>
              </a:defRPr>
            </a:lvl2pPr>
            <a:lvl3pPr marL="541338" indent="-182563">
              <a:buClr>
                <a:schemeClr val="bg1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3pPr>
            <a:lvl4pPr marL="715963" indent="-1714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898525" indent="-171450">
              <a:buClr>
                <a:schemeClr val="bg1"/>
              </a:buClr>
              <a:buFont typeface="Arial" panose="020B0604020202020204" pitchFamily="34" charset="0"/>
              <a:buChar char="̵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3A35FCB-A612-5276-122C-ADBE8276A8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5962" y="1836738"/>
            <a:ext cx="4198938" cy="249396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57188" indent="-182563">
              <a:buClr>
                <a:schemeClr val="bg1"/>
              </a:buClr>
              <a:buFont typeface="Arial" panose="020B0604020202020204" pitchFamily="34" charset="0"/>
              <a:buChar char="̶"/>
              <a:defRPr sz="1600">
                <a:solidFill>
                  <a:schemeClr val="bg1"/>
                </a:solidFill>
              </a:defRPr>
            </a:lvl2pPr>
            <a:lvl3pPr marL="541338" indent="-182563">
              <a:buClr>
                <a:schemeClr val="bg1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3pPr>
            <a:lvl4pPr marL="715963" indent="-1714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898525" indent="-171450">
              <a:buClr>
                <a:schemeClr val="bg1"/>
              </a:buClr>
              <a:buFont typeface="Arial" panose="020B0604020202020204" pitchFamily="34" charset="0"/>
              <a:buChar char="̵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B0923E0-A4B1-F399-3CAC-9CC6EC412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48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only 4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9B4A7B-EB60-73BE-A7F6-1EE500CD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-1143"/>
            <a:ext cx="3859102" cy="1700931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3AF8CCA4-00DE-A4B4-EA17-2EC98F14B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3B506BCB-B7E7-F00B-F58E-243DDE9FC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26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ext 5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595316-7274-041D-72AD-F0AA7BD5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2357"/>
            <a:ext cx="3859102" cy="1700931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6025ED5-FEA8-B0E5-BC29-212D40B0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AF626D8-243C-CD10-1D58-CA11FEA370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0" y="1836738"/>
            <a:ext cx="8459788" cy="249396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357188" indent="-182563">
              <a:defRPr/>
            </a:lvl2pPr>
            <a:lvl3pPr marL="538163" indent="-174625">
              <a:defRPr/>
            </a:lvl3pPr>
            <a:lvl4pPr marL="717550" indent="-182563">
              <a:buFont typeface="Arial" panose="020B0604020202020204" pitchFamily="34" charset="0"/>
              <a:buChar char="•"/>
              <a:defRPr/>
            </a:lvl4pPr>
            <a:lvl5pPr marL="896938" indent="-176213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31345BE-030A-7E15-3B6D-FC91B6A76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0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and two columns 5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595316-7274-041D-72AD-F0AA7BD5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2357"/>
            <a:ext cx="3859102" cy="1700931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63B69713-FD89-8D77-22B4-D98DC6FC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EC142A1-6515-226E-3417-653A3EE3E7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6700" y="1836738"/>
            <a:ext cx="4198938" cy="249396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57188" indent="-182563">
              <a:buClr>
                <a:schemeClr val="bg1"/>
              </a:buClr>
              <a:buFont typeface="Arial" panose="020B0604020202020204" pitchFamily="34" charset="0"/>
              <a:buChar char="̶"/>
              <a:defRPr sz="1600">
                <a:solidFill>
                  <a:schemeClr val="bg1"/>
                </a:solidFill>
              </a:defRPr>
            </a:lvl2pPr>
            <a:lvl3pPr marL="538163" indent="-182563">
              <a:buClr>
                <a:schemeClr val="bg1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3pPr>
            <a:lvl4pPr marL="715963" indent="-1714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898525" indent="-171450">
              <a:buClr>
                <a:schemeClr val="bg1"/>
              </a:buClr>
              <a:buFont typeface="Arial" panose="020B0604020202020204" pitchFamily="34" charset="0"/>
              <a:buChar char="̵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AF7F6424-E7EA-92BB-79A4-38CDDE2CE2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5962" y="1836738"/>
            <a:ext cx="4198938" cy="249396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57188" indent="-182563">
              <a:buClr>
                <a:schemeClr val="bg1"/>
              </a:buClr>
              <a:buFont typeface="Arial" panose="020B0604020202020204" pitchFamily="34" charset="0"/>
              <a:buChar char="̶"/>
              <a:defRPr sz="1600">
                <a:solidFill>
                  <a:schemeClr val="bg1"/>
                </a:solidFill>
              </a:defRPr>
            </a:lvl2pPr>
            <a:lvl3pPr marL="541338" indent="-182563">
              <a:buClr>
                <a:schemeClr val="bg1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3pPr>
            <a:lvl4pPr marL="715963" indent="-1714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898525" indent="-171450">
              <a:buClr>
                <a:schemeClr val="bg1"/>
              </a:buClr>
              <a:buFont typeface="Arial" panose="020B0604020202020204" pitchFamily="34" charset="0"/>
              <a:buChar char="̵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7E44F5AA-93CF-EB30-56F2-6D03FBE10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97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Title only 5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595316-7274-041D-72AD-F0AA7BD5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5284898" y="2357"/>
            <a:ext cx="3859102" cy="1700931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F4EEC9B6-4F0E-8884-4290-BED4E0B4F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1263600"/>
            <a:ext cx="8460000" cy="52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BCF51AF-706E-F10F-DB78-66E4C1902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72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ings, title, text">
    <p:bg>
      <p:bgPr>
        <a:solidFill>
          <a:srgbClr val="0037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8D20D66-6664-22C9-55F3-D751651B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525" y="825669"/>
            <a:ext cx="3355200" cy="9937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0947BB-7006-6BC5-2D22-720A3543C57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3175" y="1906588"/>
            <a:ext cx="3362325" cy="23574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  <a:lvl2pPr marL="357188" indent="-182563">
              <a:defRPr/>
            </a:lvl2pPr>
            <a:lvl3pPr marL="538163" indent="-180975">
              <a:defRPr/>
            </a:lvl3pPr>
            <a:lvl4pPr marL="717550" indent="-182563">
              <a:buFont typeface="Arial" panose="020B0604020202020204" pitchFamily="34" charset="0"/>
              <a:buChar char="•"/>
              <a:defRPr/>
            </a:lvl4pPr>
            <a:lvl5pPr marL="896938" indent="-176213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Kings College">
            <a:extLst>
              <a:ext uri="{FF2B5EF4-FFF2-40B4-BE49-F238E27FC236}">
                <a16:creationId xmlns:a16="http://schemas.microsoft.com/office/drawing/2014/main" id="{9992EFCC-CF2E-A2D2-D7D9-B0A9434283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68A9F8-0097-3649-2AEC-F863A2115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31961" y="708025"/>
            <a:ext cx="2755631" cy="1170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E49D6D-596A-8589-E3C8-2E9582B577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74979" y="3289940"/>
            <a:ext cx="1621677" cy="10486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36DA0F-A129-6F4E-6496-ADA3C18D3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59EC5AB-6688-0EE8-95BA-13B9B6474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18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brary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CE9AAAA-F7CC-B491-3F88-BF418B11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525" y="825669"/>
            <a:ext cx="3355200" cy="9937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4" name="Picture 3" descr="Interior view of the Sir Duncan Rice Library">
            <a:extLst>
              <a:ext uri="{FF2B5EF4-FFF2-40B4-BE49-F238E27FC236}">
                <a16:creationId xmlns:a16="http://schemas.microsoft.com/office/drawing/2014/main" id="{5E499396-0193-15E2-0999-743BA5DA01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4577"/>
            <a:ext cx="2880035" cy="3432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06FA99-6420-5E5A-146B-2567AE3F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36808" y="3294704"/>
            <a:ext cx="1621677" cy="10486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9AFD95-577E-97A4-4629-4B5C86D64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31961" y="709835"/>
            <a:ext cx="2755631" cy="1164437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8501973-4383-63B5-E52C-6A2B37BE19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3175" y="1906588"/>
            <a:ext cx="3362325" cy="23574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357188" indent="-177800">
              <a:defRPr/>
            </a:lvl2pPr>
            <a:lvl3pPr marL="538163" indent="-174625">
              <a:defRPr/>
            </a:lvl3pPr>
            <a:lvl4pPr marL="717550" indent="-182563">
              <a:buFont typeface="Arial" panose="020B0604020202020204" pitchFamily="34" charset="0"/>
              <a:buChar char="•"/>
              <a:defRPr/>
            </a:lvl4pPr>
            <a:lvl5pPr marL="896938" indent="-176213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9B376EC3-79C8-B640-FD28-A5BCDE906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14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walking on a sidewalk&#10;&#10;AI-generated content may be incorrect.">
            <a:extLst>
              <a:ext uri="{FF2B5EF4-FFF2-40B4-BE49-F238E27FC236}">
                <a16:creationId xmlns:a16="http://schemas.microsoft.com/office/drawing/2014/main" id="{8A1DD506-8A3E-8897-1583-F003FAFF79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4334" r="18472"/>
          <a:stretch>
            <a:fillRect/>
          </a:stretch>
        </p:blipFill>
        <p:spPr>
          <a:xfrm>
            <a:off x="1476000" y="831600"/>
            <a:ext cx="2880036" cy="3432679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C53819DD-0ED8-114F-AF0D-B8EC1E45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525" y="825669"/>
            <a:ext cx="3355200" cy="9937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00B1377-DC07-0BD6-7EA2-8B82E74E0D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3175" y="1906588"/>
            <a:ext cx="3362325" cy="23574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357188" indent="-177800">
              <a:defRPr/>
            </a:lvl2pPr>
            <a:lvl3pPr marL="538163" indent="-174625">
              <a:defRPr/>
            </a:lvl3pPr>
            <a:lvl4pPr marL="717550" indent="-182563">
              <a:buFont typeface="Arial" panose="020B0604020202020204" pitchFamily="34" charset="0"/>
              <a:buChar char="•"/>
              <a:defRPr/>
            </a:lvl4pPr>
            <a:lvl5pPr marL="896938" indent="-176213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CA38E4-39FD-AECB-4CEA-9905E6533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5865" y="708025"/>
            <a:ext cx="2755631" cy="1170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C81E02-07AC-EF65-1114-3EF82868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75626" y="3294582"/>
            <a:ext cx="1621677" cy="10486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1F546557-8F0C-A73C-3EA3-65E329243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65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astal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ark with a building and trees&#10;&#10;AI-generated content may be incorrect.">
            <a:extLst>
              <a:ext uri="{FF2B5EF4-FFF2-40B4-BE49-F238E27FC236}">
                <a16:creationId xmlns:a16="http://schemas.microsoft.com/office/drawing/2014/main" id="{BA460FDF-ADD9-87EF-39DE-41D3A1CF3C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9042" r="31385"/>
          <a:stretch>
            <a:fillRect/>
          </a:stretch>
        </p:blipFill>
        <p:spPr>
          <a:xfrm>
            <a:off x="1476000" y="831600"/>
            <a:ext cx="2991811" cy="3394710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4B2464C1-EA27-1C2D-4F0C-59334B09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525" y="825669"/>
            <a:ext cx="3355200" cy="9937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3D8C4D0-3E4B-517E-8D67-46CF6BC734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9525" y="1906588"/>
            <a:ext cx="3362325" cy="23574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357188" indent="-182563">
              <a:defRPr/>
            </a:lvl2pPr>
            <a:lvl3pPr marL="538163" indent="-180975">
              <a:defRPr/>
            </a:lvl3pPr>
            <a:lvl4pPr marL="717550" indent="-182563">
              <a:buFont typeface="Arial" panose="020B0604020202020204" pitchFamily="34" charset="0"/>
              <a:buChar char="•"/>
              <a:defRPr/>
            </a:lvl4pPr>
            <a:lvl5pPr marL="896938" indent="-179388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40CA12-8CB6-5218-9BC7-888AFB24C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497" y="708246"/>
            <a:ext cx="2755631" cy="1170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ED8AD3-2A67-EAA6-D6C9-36D64E6D4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36879" y="3295181"/>
            <a:ext cx="1621677" cy="1048603"/>
          </a:xfrm>
          <a:prstGeom prst="rect">
            <a:avLst/>
          </a:prstGeom>
        </p:spPr>
      </p:pic>
      <p:pic>
        <p:nvPicPr>
          <p:cNvPr id="5" name="Logo">
            <a:extLst>
              <a:ext uri="{FF2B5EF4-FFF2-40B4-BE49-F238E27FC236}">
                <a16:creationId xmlns:a16="http://schemas.microsoft.com/office/drawing/2014/main" id="{3E6D5D25-5A7F-11EA-EC56-F7ABB2BE5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74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lus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7">
            <a:extLst>
              <a:ext uri="{FF2B5EF4-FFF2-40B4-BE49-F238E27FC236}">
                <a16:creationId xmlns:a16="http://schemas.microsoft.com/office/drawing/2014/main" id="{5A7A1B3D-8529-1108-F9C4-60FA45CE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600" y="825669"/>
            <a:ext cx="3355200" cy="9937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D05263-279C-9D25-6C71-C9B4C3F0E1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8863" y="1871663"/>
            <a:ext cx="3362325" cy="2392362"/>
          </a:xfrm>
        </p:spPr>
        <p:txBody>
          <a:bodyPr/>
          <a:lstStyle>
            <a:lvl1pPr marL="0" indent="0">
              <a:buNone/>
              <a:defRPr/>
            </a:lvl1pPr>
            <a:lvl2pPr marL="357188" indent="-182563">
              <a:defRPr/>
            </a:lvl2pPr>
            <a:lvl3pPr marL="538163" indent="-174625">
              <a:defRPr/>
            </a:lvl3pPr>
            <a:lvl4pPr marL="717550" indent="-179388">
              <a:buFont typeface="Arial" panose="020B0604020202020204" pitchFamily="34" charset="0"/>
              <a:buChar char="•"/>
              <a:defRPr/>
            </a:lvl4pPr>
            <a:lvl5pPr marL="896938" indent="-176213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6" name="Picture 5" descr="Two women sitting on colourful stairs">
            <a:extLst>
              <a:ext uri="{FF2B5EF4-FFF2-40B4-BE49-F238E27FC236}">
                <a16:creationId xmlns:a16="http://schemas.microsoft.com/office/drawing/2014/main" id="{0E0DD088-2380-E231-BEC6-402661F62A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1575" y="831346"/>
            <a:ext cx="2880035" cy="34326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7E24841-9E44-CC79-0DB6-69B172937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9369" y="706792"/>
            <a:ext cx="2749534" cy="1170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CEA04C-EB08-6781-2FED-301E1EB7F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9931" y="3289941"/>
            <a:ext cx="1621677" cy="1048603"/>
          </a:xfrm>
          <a:prstGeom prst="rect">
            <a:avLst/>
          </a:prstGeom>
        </p:spPr>
      </p:pic>
      <p:pic>
        <p:nvPicPr>
          <p:cNvPr id="5" name="Logo">
            <a:extLst>
              <a:ext uri="{FF2B5EF4-FFF2-40B4-BE49-F238E27FC236}">
                <a16:creationId xmlns:a16="http://schemas.microsoft.com/office/drawing/2014/main" id="{CCDAF55E-4430-E56D-D3FD-EE567D704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41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stainabl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>
            <a:extLst>
              <a:ext uri="{FF2B5EF4-FFF2-40B4-BE49-F238E27FC236}">
                <a16:creationId xmlns:a16="http://schemas.microsoft.com/office/drawing/2014/main" id="{2796EECE-F343-22A6-EA79-5454FC6D7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600" y="825669"/>
            <a:ext cx="3355200" cy="9937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7345D2-ED03-38D8-8CD1-EDAE38A3A7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8863" y="1871663"/>
            <a:ext cx="3362325" cy="235743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357188" indent="-182563">
              <a:defRPr/>
            </a:lvl2pPr>
            <a:lvl3pPr marL="538163" indent="-174625">
              <a:defRPr/>
            </a:lvl3pPr>
            <a:lvl4pPr marL="717550" indent="-182563">
              <a:buFont typeface="Arial" panose="020B0604020202020204" pitchFamily="34" charset="0"/>
              <a:buChar char="•"/>
              <a:defRPr/>
            </a:lvl4pPr>
            <a:lvl5pPr marL="896938" indent="-176213">
              <a:buFont typeface="Arial" panose="020B0604020202020204" pitchFamily="34" charset="0"/>
              <a:buChar char="̵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8" name="Picture 7" descr="A woman in a greenhouse with plants">
            <a:extLst>
              <a:ext uri="{FF2B5EF4-FFF2-40B4-BE49-F238E27FC236}">
                <a16:creationId xmlns:a16="http://schemas.microsoft.com/office/drawing/2014/main" id="{7342F75C-AFAE-D11D-C0ED-28B3467E34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06"/>
          <a:stretch/>
        </p:blipFill>
        <p:spPr>
          <a:xfrm>
            <a:off x="4965510" y="831346"/>
            <a:ext cx="2887469" cy="34326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9DBA03B-32CA-BB1F-21F8-CD3328D4E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38495" y="754744"/>
            <a:ext cx="2450804" cy="1121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EF3A05-AF29-10F3-7AA7-6E8427489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8434" y="3316981"/>
            <a:ext cx="1621677" cy="1042506"/>
          </a:xfrm>
          <a:prstGeom prst="rect">
            <a:avLst/>
          </a:prstGeom>
        </p:spPr>
      </p:pic>
      <p:pic>
        <p:nvPicPr>
          <p:cNvPr id="6" name="Logo">
            <a:extLst>
              <a:ext uri="{FF2B5EF4-FFF2-40B4-BE49-F238E27FC236}">
                <a16:creationId xmlns:a16="http://schemas.microsoft.com/office/drawing/2014/main" id="{907C9C71-AA49-D119-C210-1BEFF0F08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327214" y="4410406"/>
            <a:ext cx="1440000" cy="3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98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374E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8F2AFFA9-ADFF-1C85-39EE-1F86CFF1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93869-0439-4489-60B8-21A88FD36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CC8188-7179-9FEC-DB31-058016294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45CEAE-0A54-B7A9-5CDF-21FFFAA8C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8176387" y="4686073"/>
            <a:ext cx="608838" cy="168402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68" r:id="rId2"/>
    <p:sldLayoutId id="2147483681" r:id="rId3"/>
    <p:sldLayoutId id="2147483683" r:id="rId4"/>
    <p:sldLayoutId id="2147483704" r:id="rId5"/>
    <p:sldLayoutId id="2147483689" r:id="rId6"/>
    <p:sldLayoutId id="2147483709" r:id="rId7"/>
    <p:sldLayoutId id="2147483710" r:id="rId8"/>
    <p:sldLayoutId id="2147483711" r:id="rId9"/>
    <p:sldLayoutId id="2147483691" r:id="rId10"/>
    <p:sldLayoutId id="2147483690" r:id="rId11"/>
    <p:sldLayoutId id="2147483705" r:id="rId12"/>
    <p:sldLayoutId id="2147483712" r:id="rId13"/>
    <p:sldLayoutId id="2147483719" r:id="rId14"/>
    <p:sldLayoutId id="2147483706" r:id="rId15"/>
    <p:sldLayoutId id="2147483713" r:id="rId16"/>
    <p:sldLayoutId id="2147483718" r:id="rId17"/>
    <p:sldLayoutId id="2147483707" r:id="rId18"/>
    <p:sldLayoutId id="2147483714" r:id="rId19"/>
    <p:sldLayoutId id="2147483717" r:id="rId20"/>
    <p:sldLayoutId id="2147483708" r:id="rId21"/>
    <p:sldLayoutId id="2147483715" r:id="rId22"/>
    <p:sldLayoutId id="2147483716" r:id="rId23"/>
    <p:sldLayoutId id="2147483667" r:id="rId24"/>
    <p:sldLayoutId id="2147483670" r:id="rId25"/>
    <p:sldLayoutId id="2147483673" r:id="rId26"/>
    <p:sldLayoutId id="2147483674" r:id="rId27"/>
    <p:sldLayoutId id="2147483671" r:id="rId28"/>
    <p:sldLayoutId id="2147483675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000" b="0" i="0" u="none" strike="noStrike" cap="none">
          <a:solidFill>
            <a:schemeClr val="bg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93675" marR="0" lvl="0" indent="-19367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sz="18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L="541338" marR="0" lvl="1" indent="-18256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̶"/>
        <a:defRPr sz="14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2pPr>
      <a:lvl3pPr marL="715963" marR="0" lvl="2" indent="-17462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/>
        </a:buClr>
        <a:buFont typeface="Wingdings" panose="05000000000000000000" pitchFamily="2" charset="2"/>
        <a:buChar char="§"/>
        <a:defRPr sz="14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3pPr>
      <a:lvl4pPr marL="898525" marR="0" lvl="3" indent="-18256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sz="14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4pPr>
      <a:lvl5pPr marL="1074738" marR="0" lvl="4" indent="-17621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̵"/>
        <a:defRPr sz="14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L="898525" marR="0" lvl="6" indent="-18256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̵"/>
        <a:defRPr sz="12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L="1165225" marR="0" lvl="8" indent="-18256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/>
        </a:buClr>
        <a:buFont typeface="Wingdings" panose="05000000000000000000" pitchFamily="2" charset="2"/>
        <a:buChar char=""/>
        <a:defRPr sz="12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us/word/add-a-heading-in-a-word-docume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elearning@abdn.ac.uk" TargetMode="Externa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8029-70DB-3834-3E2B-BC373355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ts val="5100"/>
              </a:lnSpc>
            </a:pPr>
            <a:r>
              <a:rPr lang="en-US" sz="4400" b="0" dirty="0"/>
              <a:t>Advice for Word Documents with Maths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381772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0F13-A48E-D8FA-5357-60DC56CAA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Maths in Word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1311-9CDA-FAEE-4289-832A8D57902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dirty="0"/>
              <a:t>This short guide gives advice to improve accessibility of Word documents containing maths.</a:t>
            </a:r>
          </a:p>
          <a:p>
            <a:endParaRPr lang="en-GB" dirty="0"/>
          </a:p>
          <a:p>
            <a:r>
              <a:rPr lang="en-GB" dirty="0"/>
              <a:t>It covers: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structure of documents with lists of exercises and solutions;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layout of maths content within a solution </a:t>
            </a:r>
            <a:r>
              <a:rPr lang="en-GB"/>
              <a:t>or demonstration;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Maths editors (such as Word Equation and </a:t>
            </a:r>
            <a:r>
              <a:rPr lang="en-GB" dirty="0" err="1"/>
              <a:t>MathType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2995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EA97-2F3D-83B3-D6B7-56C489BDA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567853"/>
            <a:ext cx="8460000" cy="522000"/>
          </a:xfrm>
        </p:spPr>
        <p:txBody>
          <a:bodyPr/>
          <a:lstStyle/>
          <a:p>
            <a:r>
              <a:rPr lang="en-GB" dirty="0"/>
              <a:t>Structuring Maths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23E47-6288-0E4F-D90B-8872A9724D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6612" y="1235513"/>
            <a:ext cx="8459788" cy="706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Structure exercises and solutions sheets: use the built in </a:t>
            </a:r>
            <a:r>
              <a:rPr lang="en-GB" dirty="0">
                <a:hlinkClick r:id="rId3"/>
              </a:rPr>
              <a:t>Microsoft headings</a:t>
            </a:r>
            <a:r>
              <a:rPr lang="en-GB" dirty="0"/>
              <a:t> </a:t>
            </a:r>
            <a:r>
              <a:rPr lang="en-GB"/>
              <a:t>for exercise and solution numbering to improve navigation within document.</a:t>
            </a:r>
          </a:p>
        </p:txBody>
      </p:sp>
      <p:pic>
        <p:nvPicPr>
          <p:cNvPr id="5" name="Picture 4" descr="Example of a maths exercise structured using heading styles instead of a numbered list.">
            <a:extLst>
              <a:ext uri="{FF2B5EF4-FFF2-40B4-BE49-F238E27FC236}">
                <a16:creationId xmlns:a16="http://schemas.microsoft.com/office/drawing/2014/main" id="{2A64A183-ACBD-6346-DDFD-82E1761F6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654" y="2649109"/>
            <a:ext cx="2353448" cy="2144563"/>
          </a:xfrm>
          <a:prstGeom prst="rect">
            <a:avLst/>
          </a:prstGeom>
        </p:spPr>
      </p:pic>
      <p:pic>
        <p:nvPicPr>
          <p:cNvPr id="6" name="Picture 5" descr="Example of maths exercise structured as a numbered list. ">
            <a:extLst>
              <a:ext uri="{FF2B5EF4-FFF2-40B4-BE49-F238E27FC236}">
                <a16:creationId xmlns:a16="http://schemas.microsoft.com/office/drawing/2014/main" id="{F06965BD-8299-B820-A546-C6B3D17B7A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7766" y="2649113"/>
            <a:ext cx="2119034" cy="21445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8012C3-4D2F-6A36-5D2F-EBFEF9999DCF}"/>
              </a:ext>
            </a:extLst>
          </p:cNvPr>
          <p:cNvSpPr txBox="1"/>
          <p:nvPr/>
        </p:nvSpPr>
        <p:spPr>
          <a:xfrm>
            <a:off x="2527486" y="2087998"/>
            <a:ext cx="4726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Example of exercise sheet where exercise names and numbers have been changed to headings:</a:t>
            </a:r>
          </a:p>
        </p:txBody>
      </p:sp>
    </p:spTree>
    <p:extLst>
      <p:ext uri="{BB962C8B-B14F-4D97-AF65-F5344CB8AC3E}">
        <p14:creationId xmlns:p14="http://schemas.microsoft.com/office/powerpoint/2010/main" val="57253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2536-CEE6-C25D-887A-9D655A4B4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44EE-2D16-8F24-FC02-E0DA54DEC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00" y="532579"/>
            <a:ext cx="8460000" cy="522000"/>
          </a:xfrm>
        </p:spPr>
        <p:txBody>
          <a:bodyPr/>
          <a:lstStyle/>
          <a:p>
            <a:r>
              <a:rPr lang="en-GB" dirty="0"/>
              <a:t>Layout of Maths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B65F-2B0C-2569-F250-357D6C2C35B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6612" y="1152575"/>
            <a:ext cx="8459788" cy="52200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Structure maths work consistently: screen readers read row by row, so writing </a:t>
            </a:r>
            <a:r>
              <a:rPr lang="en-GB" dirty="0"/>
              <a:t>solutions solely vertically or horizontally will improve the reading flow.</a:t>
            </a:r>
          </a:p>
        </p:txBody>
      </p:sp>
      <p:pic>
        <p:nvPicPr>
          <p:cNvPr id="8" name="Picture 7" descr="Example showing an equation where some of the math steps are written vertically and at the end the two solutions are written in two columns side by side. ">
            <a:extLst>
              <a:ext uri="{FF2B5EF4-FFF2-40B4-BE49-F238E27FC236}">
                <a16:creationId xmlns:a16="http://schemas.microsoft.com/office/drawing/2014/main" id="{72D268A2-487A-23A5-5620-11AB9FC29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187" y="2754668"/>
            <a:ext cx="4071214" cy="1757864"/>
          </a:xfrm>
          <a:prstGeom prst="rect">
            <a:avLst/>
          </a:prstGeom>
        </p:spPr>
      </p:pic>
      <p:pic>
        <p:nvPicPr>
          <p:cNvPr id="10" name="Picture 9" descr="Example showing the same equation re-written but with the two solutions written vertically one after the other.  ">
            <a:extLst>
              <a:ext uri="{FF2B5EF4-FFF2-40B4-BE49-F238E27FC236}">
                <a16:creationId xmlns:a16="http://schemas.microsoft.com/office/drawing/2014/main" id="{C6BE073E-0FAF-3922-37FA-03F13816A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040" y="2754668"/>
            <a:ext cx="1855264" cy="20133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900CB6-598F-8124-2BF8-D734FB39AF02}"/>
              </a:ext>
            </a:extLst>
          </p:cNvPr>
          <p:cNvSpPr txBox="1"/>
          <p:nvPr/>
        </p:nvSpPr>
        <p:spPr>
          <a:xfrm>
            <a:off x="1949187" y="2231448"/>
            <a:ext cx="6094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Example of maths where a two-columns solution was changed to a single column layout:</a:t>
            </a:r>
          </a:p>
        </p:txBody>
      </p:sp>
    </p:spTree>
    <p:extLst>
      <p:ext uri="{BB962C8B-B14F-4D97-AF65-F5344CB8AC3E}">
        <p14:creationId xmlns:p14="http://schemas.microsoft.com/office/powerpoint/2010/main" val="407374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27D4-1305-B2C2-06BB-3DD1EAE6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7B5B-FA11-401B-234A-3D7471E6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12" y="493380"/>
            <a:ext cx="8460000" cy="522000"/>
          </a:xfrm>
        </p:spPr>
        <p:txBody>
          <a:bodyPr/>
          <a:lstStyle/>
          <a:p>
            <a:r>
              <a:rPr lang="en-GB" dirty="0"/>
              <a:t>Using a Maths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8D438-395D-4A86-1B16-5B3D40EC82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6612" y="1133145"/>
            <a:ext cx="4698580" cy="333844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ALL THE MATHS should be written within the editor, even if it could be written directly in the document.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Operators and symbols must be used with care (e.g. x, </a:t>
            </a:r>
            <a:r>
              <a:rPr lang="en-GB" sz="1700" baseline="30000" dirty="0"/>
              <a:t>o</a:t>
            </a:r>
            <a:r>
              <a:rPr lang="en-GB" sz="1700" dirty="0"/>
              <a:t>, .): symbols may look alike but read differently by screen readers.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‘Multistep maths’: when maths steps are interspaced with text, writing everything in as one maths object with the editor improves the reading flow.</a:t>
            </a:r>
          </a:p>
          <a:p>
            <a:pPr marL="644525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*Note: Not all editors allow for text within math entries (e.g. Microsoft editor)</a:t>
            </a:r>
          </a:p>
          <a:p>
            <a:endParaRPr lang="en-GB" dirty="0"/>
          </a:p>
        </p:txBody>
      </p:sp>
      <p:graphicFrame>
        <p:nvGraphicFramePr>
          <p:cNvPr id="8" name="Object 7" descr="Example of a multistep maths solution where the steps have been written in the same Mathtype equation entry. ">
            <a:extLst>
              <a:ext uri="{FF2B5EF4-FFF2-40B4-BE49-F238E27FC236}">
                <a16:creationId xmlns:a16="http://schemas.microsoft.com/office/drawing/2014/main" id="{54ABB31E-E45F-78C3-F71E-04B41D6A3E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709765"/>
              </p:ext>
            </p:extLst>
          </p:nvPr>
        </p:nvGraphicFramePr>
        <p:xfrm>
          <a:off x="5964383" y="137852"/>
          <a:ext cx="1971908" cy="3810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09600" imgH="5816520" progId="Equation.DSMT4">
                  <p:embed/>
                </p:oleObj>
              </mc:Choice>
              <mc:Fallback>
                <p:oleObj name="Equation" r:id="rId3" imgW="3009600" imgH="5816520" progId="Equation.DSMT4">
                  <p:embed/>
                  <p:pic>
                    <p:nvPicPr>
                      <p:cNvPr id="8" name="Object 7" descr="Example of a multistep maths solution where the steps have been written in the same Mathtype equation entry. ">
                        <a:extLst>
                          <a:ext uri="{FF2B5EF4-FFF2-40B4-BE49-F238E27FC236}">
                            <a16:creationId xmlns:a16="http://schemas.microsoft.com/office/drawing/2014/main" id="{54ABB31E-E45F-78C3-F71E-04B41D6A3E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4383" y="137852"/>
                        <a:ext cx="1971908" cy="3810693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7A77FCC-3BFB-E1A5-5BC6-7EFA36BA2525}"/>
              </a:ext>
            </a:extLst>
          </p:cNvPr>
          <p:cNvSpPr txBox="1"/>
          <p:nvPr/>
        </p:nvSpPr>
        <p:spPr>
          <a:xfrm>
            <a:off x="5874328" y="3948545"/>
            <a:ext cx="21474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Example of multi-step maths written as a single </a:t>
            </a:r>
            <a:r>
              <a:rPr lang="en-GB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MathType</a:t>
            </a:r>
            <a:r>
              <a:rPr lang="en-GB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object.</a:t>
            </a:r>
          </a:p>
        </p:txBody>
      </p:sp>
    </p:spTree>
    <p:extLst>
      <p:ext uri="{BB962C8B-B14F-4D97-AF65-F5344CB8AC3E}">
        <p14:creationId xmlns:p14="http://schemas.microsoft.com/office/powerpoint/2010/main" val="305053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B4C11-A60B-AA00-3A55-7D5B3CEBC3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775" y="855388"/>
            <a:ext cx="3902425" cy="2357437"/>
          </a:xfrm>
        </p:spPr>
        <p:txBody>
          <a:bodyPr/>
          <a:lstStyle/>
          <a:p>
            <a:r>
              <a:rPr lang="en-GB" b="1" dirty="0"/>
              <a:t>Contact</a:t>
            </a:r>
            <a:r>
              <a:rPr lang="en-GB" dirty="0"/>
              <a:t>:</a:t>
            </a:r>
          </a:p>
          <a:p>
            <a:r>
              <a:rPr lang="en-GB" dirty="0"/>
              <a:t>E-learning team</a:t>
            </a:r>
          </a:p>
          <a:p>
            <a:r>
              <a:rPr lang="en-GB" dirty="0"/>
              <a:t>University of Aberdeen</a:t>
            </a:r>
          </a:p>
          <a:p>
            <a:endParaRPr lang="en-GB" dirty="0">
              <a:hlinkClick r:id="rId2"/>
            </a:endParaRPr>
          </a:p>
          <a:p>
            <a:r>
              <a:rPr lang="en-GB" dirty="0">
                <a:hlinkClick r:id="rId2"/>
              </a:rPr>
              <a:t>elearning@abdn.ac.uk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01675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8"/>
  <p:tag name="TPFULLVERSION" val="1.3.3.5"/>
  <p:tag name="TPOS" val="2"/>
  <p:tag name="TPLASTSAVEVERSION" val="6.2 PC"/>
  <p:tag name="TPLASTSAVEPRODUCT" val="EchoPoll for PowerPoint"/>
</p:tagLst>
</file>

<file path=ppt/theme/theme1.xml><?xml version="1.0" encoding="utf-8"?>
<a:theme xmlns:a="http://schemas.openxmlformats.org/drawingml/2006/main" name="UoA - Slide Template 2024">
  <a:themeElements>
    <a:clrScheme name="UoA Palette">
      <a:dk1>
        <a:srgbClr val="FFFFFF"/>
      </a:dk1>
      <a:lt1>
        <a:srgbClr val="FFFFFF"/>
      </a:lt1>
      <a:dk2>
        <a:srgbClr val="44546A"/>
      </a:dk2>
      <a:lt2>
        <a:srgbClr val="44546A"/>
      </a:lt2>
      <a:accent1>
        <a:srgbClr val="FBCB3B"/>
      </a:accent1>
      <a:accent2>
        <a:srgbClr val="F261B4"/>
      </a:accent2>
      <a:accent3>
        <a:srgbClr val="75E0AA"/>
      </a:accent3>
      <a:accent4>
        <a:srgbClr val="FF8048"/>
      </a:accent4>
      <a:accent5>
        <a:srgbClr val="75E0AA"/>
      </a:accent5>
      <a:accent6>
        <a:srgbClr val="00CCCF"/>
      </a:accent6>
      <a:hlink>
        <a:srgbClr val="FFFFFF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oA PPT Template Sep 25.potx" id="{6CAD5025-8698-4154-A12E-EC96E022DF72}" vid="{F850FA85-87E8-46F0-968A-E8EBDD8CA752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b1dd782-ccf7-4009-b7ca-c017af54b4e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F9979B35931449F7D5B555FF11DBF" ma:contentTypeVersion="15" ma:contentTypeDescription="Create a new document." ma:contentTypeScope="" ma:versionID="40028b60f78d3b1e1027daf11f117501">
  <xsd:schema xmlns:xsd="http://www.w3.org/2001/XMLSchema" xmlns:xs="http://www.w3.org/2001/XMLSchema" xmlns:p="http://schemas.microsoft.com/office/2006/metadata/properties" xmlns:ns3="afda85e8-169f-4de6-ab20-dcb4d9f52f1d" xmlns:ns4="8b1dd782-ccf7-4009-b7ca-c017af54b4e8" targetNamespace="http://schemas.microsoft.com/office/2006/metadata/properties" ma:root="true" ma:fieldsID="2814960e859bcb58c5184922c838c881" ns3:_="" ns4:_="">
    <xsd:import namespace="afda85e8-169f-4de6-ab20-dcb4d9f52f1d"/>
    <xsd:import namespace="8b1dd782-ccf7-4009-b7ca-c017af54b4e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da85e8-169f-4de6-ab20-dcb4d9f52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dd782-ccf7-4009-b7ca-c017af54b4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15FE96-BD7D-43F9-B325-35CBEA89D188}">
  <ds:schemaRefs>
    <ds:schemaRef ds:uri="afda85e8-169f-4de6-ab20-dcb4d9f52f1d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8b1dd782-ccf7-4009-b7ca-c017af54b4e8"/>
  </ds:schemaRefs>
</ds:datastoreItem>
</file>

<file path=customXml/itemProps2.xml><?xml version="1.0" encoding="utf-8"?>
<ds:datastoreItem xmlns:ds="http://schemas.openxmlformats.org/officeDocument/2006/customXml" ds:itemID="{42F9613A-C801-49EA-A7FA-513B2D0914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da85e8-169f-4de6-ab20-dcb4d9f52f1d"/>
    <ds:schemaRef ds:uri="8b1dd782-ccf7-4009-b7ca-c017af54b4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7700E5-9302-469D-A5F8-2104E8F64D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UoA-PPT-Template-Sep-25</Template>
  <TotalTime>63</TotalTime>
  <Words>270</Words>
  <Application>Microsoft Office PowerPoint</Application>
  <PresentationFormat>On-screen Show (16:9)</PresentationFormat>
  <Paragraphs>27</Paragraphs>
  <Slides>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Wingdings</vt:lpstr>
      <vt:lpstr>Arial</vt:lpstr>
      <vt:lpstr>UoA - Slide Template 2024</vt:lpstr>
      <vt:lpstr>Equation</vt:lpstr>
      <vt:lpstr>Advice for Word Documents with Maths</vt:lpstr>
      <vt:lpstr>Maths in Word Documents</vt:lpstr>
      <vt:lpstr>Structuring Maths Content</vt:lpstr>
      <vt:lpstr>Layout of Maths Content</vt:lpstr>
      <vt:lpstr>Using a Maths Editor</vt:lpstr>
      <vt:lpstr>PowerPoint Presentation</vt:lpstr>
    </vt:vector>
  </TitlesOfParts>
  <Company>University of Aberdeen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Richard, Dr Morgiane C</dc:creator>
  <cp:lastModifiedBy>Richard, Dr Morgiane C</cp:lastModifiedBy>
  <cp:revision>7</cp:revision>
  <dcterms:created xsi:type="dcterms:W3CDTF">2026-08-26T14:13:15Z</dcterms:created>
  <dcterms:modified xsi:type="dcterms:W3CDTF">2026-08-27T12:18:35Z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0x010100CD4F9979B35931449F7D5B555FF11DBF</vt:lpwstr>
  </property>
</Properties>
</file>